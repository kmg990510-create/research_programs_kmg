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3b07d92-bd7b-7e70-0e99-ea86a9bb424b}">
          <p14:sldIdLst>
            <p14:sldId id="256"/>
            <p14:sldId id="257"/>
            <p14:sldId id="258"/>
          </p14:sldIdLst>
        </p14:section>
        <p14:section name="1부. 물리적 의미" id="{87d05b67-5af9-6e24-aab9-4ae75b7f484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부. 피팅의 기초" id="{c290e7de-7730-501d-8e1d-c9446089dee3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3부. 이 프로그램이 실제로 하는 일" id="{bd36f91a-791e-1861-df48-580567bb2f6c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(cm⁻¹)</c:v>
                </c:pt>
              </c:strCache>
            </c:strRef>
          </c:tx>
          <c:spPr>
            <a:solidFill>
              <a:srgbClr val="0B6E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1L</c:v>
                  </c:pt>
                  <c:pt idx="1">
                    <c:v>2L</c:v>
                  </c:pt>
                  <c:pt idx="2">
                    <c:v>3L</c:v>
                  </c:pt>
                  <c:pt idx="3">
                    <c:v>4L</c:v>
                  </c:pt>
                  <c:pt idx="4">
                    <c:v>벌크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층수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A1g − E2g (cm⁻¹)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데이터</c:v>
                </c:pt>
              </c:strCache>
            </c:strRef>
          </c:tx>
          <c:spPr>
            <a:solidFill>
              <a:srgbClr val="7A8785"/>
            </a:solidFill>
            <a:ln w="25400" cap="flat">
              <a:solidFill>
                <a:srgbClr val="7A8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785"/>
              </a:solidFill>
              <a:ln w="9525" cap="flat">
                <a:solidFill>
                  <a:srgbClr val="7A8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Sheet1!$B$2:$B$84</c:f>
              <c:numCache>
                <c:formatCode>General</c:formatCode>
                <c:ptCount val="83"/>
                <c:pt idx="0">
                  <c:v>102.12</c:v>
                </c:pt>
                <c:pt idx="1">
                  <c:v>100.96</c:v>
                </c:pt>
                <c:pt idx="2">
                  <c:v>102.58</c:v>
                </c:pt>
                <c:pt idx="3">
                  <c:v>107.05</c:v>
                </c:pt>
                <c:pt idx="4">
                  <c:v>108.43</c:v>
                </c:pt>
                <c:pt idx="5">
                  <c:v>105.81</c:v>
                </c:pt>
                <c:pt idx="6">
                  <c:v>105.49</c:v>
                </c:pt>
                <c:pt idx="7">
                  <c:v>102.95</c:v>
                </c:pt>
                <c:pt idx="8">
                  <c:v>106.99</c:v>
                </c:pt>
                <c:pt idx="9">
                  <c:v>106.52</c:v>
                </c:pt>
                <c:pt idx="10">
                  <c:v>109.91</c:v>
                </c:pt>
                <c:pt idx="11">
                  <c:v>111</c:v>
                </c:pt>
                <c:pt idx="12">
                  <c:v>111.86</c:v>
                </c:pt>
                <c:pt idx="13">
                  <c:v>119.79</c:v>
                </c:pt>
                <c:pt idx="14">
                  <c:v>123.53</c:v>
                </c:pt>
                <c:pt idx="15">
                  <c:v>125.28</c:v>
                </c:pt>
                <c:pt idx="16">
                  <c:v>125.64</c:v>
                </c:pt>
                <c:pt idx="17">
                  <c:v>135.39</c:v>
                </c:pt>
                <c:pt idx="18">
                  <c:v>137.35</c:v>
                </c:pt>
                <c:pt idx="19">
                  <c:v>143.67</c:v>
                </c:pt>
                <c:pt idx="20">
                  <c:v>188.22</c:v>
                </c:pt>
                <c:pt idx="21">
                  <c:v>240.86</c:v>
                </c:pt>
                <c:pt idx="22">
                  <c:v>248.96</c:v>
                </c:pt>
                <c:pt idx="23">
                  <c:v>192.05</c:v>
                </c:pt>
                <c:pt idx="24">
                  <c:v>141.41</c:v>
                </c:pt>
                <c:pt idx="25">
                  <c:v>122.38</c:v>
                </c:pt>
                <c:pt idx="26">
                  <c:v>117.88</c:v>
                </c:pt>
                <c:pt idx="27">
                  <c:v>122.07</c:v>
                </c:pt>
                <c:pt idx="28">
                  <c:v>112.7</c:v>
                </c:pt>
                <c:pt idx="29">
                  <c:v>125.91</c:v>
                </c:pt>
                <c:pt idx="30">
                  <c:v>137.26</c:v>
                </c:pt>
                <c:pt idx="31">
                  <c:v>175.08</c:v>
                </c:pt>
                <c:pt idx="32">
                  <c:v>251.52</c:v>
                </c:pt>
                <c:pt idx="33">
                  <c:v>321.43</c:v>
                </c:pt>
                <c:pt idx="34">
                  <c:v>313.81</c:v>
                </c:pt>
                <c:pt idx="35">
                  <c:v>246.31</c:v>
                </c:pt>
                <c:pt idx="36">
                  <c:v>182.36</c:v>
                </c:pt>
                <c:pt idx="37">
                  <c:v>144.96</c:v>
                </c:pt>
                <c:pt idx="38">
                  <c:v>131.37</c:v>
                </c:pt>
                <c:pt idx="39">
                  <c:v>126.84</c:v>
                </c:pt>
                <c:pt idx="40">
                  <c:v>118.81</c:v>
                </c:pt>
                <c:pt idx="41">
                  <c:v>123.89</c:v>
                </c:pt>
                <c:pt idx="42">
                  <c:v>119.23</c:v>
                </c:pt>
                <c:pt idx="43">
                  <c:v>117.27</c:v>
                </c:pt>
                <c:pt idx="44">
                  <c:v>125.2</c:v>
                </c:pt>
                <c:pt idx="45">
                  <c:v>120.02</c:v>
                </c:pt>
                <c:pt idx="46">
                  <c:v>120.68</c:v>
                </c:pt>
                <c:pt idx="47">
                  <c:v>127.94</c:v>
                </c:pt>
                <c:pt idx="48">
                  <c:v>129.06</c:v>
                </c:pt>
                <c:pt idx="49">
                  <c:v>130.35</c:v>
                </c:pt>
                <c:pt idx="50">
                  <c:v>133.03</c:v>
                </c:pt>
                <c:pt idx="51">
                  <c:v>132.83</c:v>
                </c:pt>
                <c:pt idx="52">
                  <c:v>140.22</c:v>
                </c:pt>
                <c:pt idx="53">
                  <c:v>144.67</c:v>
                </c:pt>
                <c:pt idx="54">
                  <c:v>147</c:v>
                </c:pt>
                <c:pt idx="55">
                  <c:v>143.56</c:v>
                </c:pt>
                <c:pt idx="56">
                  <c:v>148.89</c:v>
                </c:pt>
                <c:pt idx="57">
                  <c:v>155.22</c:v>
                </c:pt>
                <c:pt idx="58">
                  <c:v>154.35</c:v>
                </c:pt>
                <c:pt idx="59">
                  <c:v>160.88</c:v>
                </c:pt>
                <c:pt idx="60">
                  <c:v>166.19</c:v>
                </c:pt>
                <c:pt idx="61">
                  <c:v>166.88</c:v>
                </c:pt>
                <c:pt idx="62">
                  <c:v>168.06</c:v>
                </c:pt>
                <c:pt idx="63">
                  <c:v>168.41</c:v>
                </c:pt>
                <c:pt idx="64">
                  <c:v>165.4</c:v>
                </c:pt>
                <c:pt idx="65">
                  <c:v>164.03</c:v>
                </c:pt>
                <c:pt idx="66">
                  <c:v>160</c:v>
                </c:pt>
                <c:pt idx="67">
                  <c:v>158.52</c:v>
                </c:pt>
                <c:pt idx="68">
                  <c:v>159.55</c:v>
                </c:pt>
                <c:pt idx="69">
                  <c:v>153.84</c:v>
                </c:pt>
                <c:pt idx="70">
                  <c:v>149.27</c:v>
                </c:pt>
                <c:pt idx="71">
                  <c:v>143.59</c:v>
                </c:pt>
                <c:pt idx="72">
                  <c:v>145.09</c:v>
                </c:pt>
                <c:pt idx="73">
                  <c:v>135.74</c:v>
                </c:pt>
                <c:pt idx="74">
                  <c:v>139.8</c:v>
                </c:pt>
                <c:pt idx="75">
                  <c:v>137.99</c:v>
                </c:pt>
                <c:pt idx="76">
                  <c:v>136.82</c:v>
                </c:pt>
                <c:pt idx="77">
                  <c:v>131.05</c:v>
                </c:pt>
                <c:pt idx="78">
                  <c:v>137.06</c:v>
                </c:pt>
                <c:pt idx="79">
                  <c:v>133.5</c:v>
                </c:pt>
                <c:pt idx="80">
                  <c:v>133.73</c:v>
                </c:pt>
                <c:pt idx="81">
                  <c:v>131.62</c:v>
                </c:pt>
                <c:pt idx="82">
                  <c:v>134.78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피팅 합계</c:v>
                </c:pt>
              </c:strCache>
            </c:strRef>
          </c:tx>
          <c:spPr>
            <a:solidFill>
              <a:srgbClr val="17211F"/>
            </a:solidFill>
            <a:ln w="25400" cap="flat">
              <a:solidFill>
                <a:srgbClr val="1721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7211F"/>
              </a:solidFill>
              <a:ln w="9525" cap="flat">
                <a:solidFill>
                  <a:srgbClr val="1721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Sheet1!$C$2:$C$84</c:f>
              <c:numCache>
                <c:formatCode>General</c:formatCode>
                <c:ptCount val="83"/>
                <c:pt idx="0">
                  <c:v>102.41</c:v>
                </c:pt>
                <c:pt idx="1">
                  <c:v>102.8</c:v>
                </c:pt>
                <c:pt idx="2">
                  <c:v>103.21</c:v>
                </c:pt>
                <c:pt idx="3">
                  <c:v>103.62</c:v>
                </c:pt>
                <c:pt idx="4">
                  <c:v>104.04</c:v>
                </c:pt>
                <c:pt idx="5">
                  <c:v>104.48</c:v>
                </c:pt>
                <c:pt idx="6">
                  <c:v>104.95</c:v>
                </c:pt>
                <c:pt idx="7">
                  <c:v>105.46</c:v>
                </c:pt>
                <c:pt idx="8">
                  <c:v>106.09</c:v>
                </c:pt>
                <c:pt idx="9">
                  <c:v>106.93</c:v>
                </c:pt>
                <c:pt idx="10">
                  <c:v>108.17</c:v>
                </c:pt>
                <c:pt idx="11">
                  <c:v>110.03</c:v>
                </c:pt>
                <c:pt idx="12">
                  <c:v>112.75</c:v>
                </c:pt>
                <c:pt idx="13">
                  <c:v>116.42</c:v>
                </c:pt>
                <c:pt idx="14">
                  <c:v>120.86</c:v>
                </c:pt>
                <c:pt idx="15">
                  <c:v>125.52</c:v>
                </c:pt>
                <c:pt idx="16">
                  <c:v>129.66</c:v>
                </c:pt>
                <c:pt idx="17">
                  <c:v>132.77</c:v>
                </c:pt>
                <c:pt idx="18">
                  <c:v>136.24</c:v>
                </c:pt>
                <c:pt idx="19">
                  <c:v>148.2</c:v>
                </c:pt>
                <c:pt idx="20">
                  <c:v>184.65</c:v>
                </c:pt>
                <c:pt idx="21">
                  <c:v>239.93</c:v>
                </c:pt>
                <c:pt idx="22">
                  <c:v>247.72</c:v>
                </c:pt>
                <c:pt idx="23">
                  <c:v>191.33</c:v>
                </c:pt>
                <c:pt idx="24">
                  <c:v>143.85</c:v>
                </c:pt>
                <c:pt idx="25">
                  <c:v>124.87</c:v>
                </c:pt>
                <c:pt idx="26">
                  <c:v>120.11</c:v>
                </c:pt>
                <c:pt idx="27">
                  <c:v>119.42</c:v>
                </c:pt>
                <c:pt idx="28">
                  <c:v>120.44</c:v>
                </c:pt>
                <c:pt idx="29">
                  <c:v>124.59</c:v>
                </c:pt>
                <c:pt idx="30">
                  <c:v>139.01</c:v>
                </c:pt>
                <c:pt idx="31">
                  <c:v>178.47</c:v>
                </c:pt>
                <c:pt idx="32">
                  <c:v>249.77</c:v>
                </c:pt>
                <c:pt idx="33">
                  <c:v>318.34</c:v>
                </c:pt>
                <c:pt idx="34">
                  <c:v>314.87</c:v>
                </c:pt>
                <c:pt idx="35">
                  <c:v>246.51</c:v>
                </c:pt>
                <c:pt idx="36">
                  <c:v>180.61</c:v>
                </c:pt>
                <c:pt idx="37">
                  <c:v>143.43</c:v>
                </c:pt>
                <c:pt idx="38">
                  <c:v>128.02</c:v>
                </c:pt>
                <c:pt idx="39">
                  <c:v>122.84</c:v>
                </c:pt>
                <c:pt idx="40">
                  <c:v>121.32</c:v>
                </c:pt>
                <c:pt idx="41">
                  <c:v>120.94</c:v>
                </c:pt>
                <c:pt idx="42">
                  <c:v>121.02</c:v>
                </c:pt>
                <c:pt idx="43">
                  <c:v>121.4</c:v>
                </c:pt>
                <c:pt idx="44">
                  <c:v>122.05</c:v>
                </c:pt>
                <c:pt idx="45">
                  <c:v>122.97</c:v>
                </c:pt>
                <c:pt idx="46">
                  <c:v>124.16</c:v>
                </c:pt>
                <c:pt idx="47">
                  <c:v>125.65</c:v>
                </c:pt>
                <c:pt idx="48">
                  <c:v>127.45</c:v>
                </c:pt>
                <c:pt idx="49">
                  <c:v>129.57</c:v>
                </c:pt>
                <c:pt idx="50">
                  <c:v>132.02</c:v>
                </c:pt>
                <c:pt idx="51">
                  <c:v>134.79</c:v>
                </c:pt>
                <c:pt idx="52">
                  <c:v>137.84</c:v>
                </c:pt>
                <c:pt idx="53">
                  <c:v>141.13</c:v>
                </c:pt>
                <c:pt idx="54">
                  <c:v>144.59</c:v>
                </c:pt>
                <c:pt idx="55">
                  <c:v>148.12</c:v>
                </c:pt>
                <c:pt idx="56">
                  <c:v>151.63</c:v>
                </c:pt>
                <c:pt idx="57">
                  <c:v>154.97</c:v>
                </c:pt>
                <c:pt idx="58">
                  <c:v>158.02</c:v>
                </c:pt>
                <c:pt idx="59">
                  <c:v>160.64</c:v>
                </c:pt>
                <c:pt idx="60">
                  <c:v>162.72</c:v>
                </c:pt>
                <c:pt idx="61">
                  <c:v>164.15</c:v>
                </c:pt>
                <c:pt idx="62">
                  <c:v>164.86</c:v>
                </c:pt>
                <c:pt idx="63">
                  <c:v>164.84</c:v>
                </c:pt>
                <c:pt idx="64">
                  <c:v>164.09</c:v>
                </c:pt>
                <c:pt idx="65">
                  <c:v>162.69</c:v>
                </c:pt>
                <c:pt idx="66">
                  <c:v>160.74</c:v>
                </c:pt>
                <c:pt idx="67">
                  <c:v>158.36</c:v>
                </c:pt>
                <c:pt idx="68">
                  <c:v>155.69</c:v>
                </c:pt>
                <c:pt idx="69">
                  <c:v>152.85</c:v>
                </c:pt>
                <c:pt idx="70">
                  <c:v>149.97</c:v>
                </c:pt>
                <c:pt idx="71">
                  <c:v>147.15</c:v>
                </c:pt>
                <c:pt idx="72">
                  <c:v>144.5</c:v>
                </c:pt>
                <c:pt idx="73">
                  <c:v>142.08</c:v>
                </c:pt>
                <c:pt idx="74">
                  <c:v>139.93</c:v>
                </c:pt>
                <c:pt idx="75">
                  <c:v>138.08</c:v>
                </c:pt>
                <c:pt idx="76">
                  <c:v>136.54</c:v>
                </c:pt>
                <c:pt idx="77">
                  <c:v>135.3</c:v>
                </c:pt>
                <c:pt idx="78">
                  <c:v>134.35</c:v>
                </c:pt>
                <c:pt idx="79">
                  <c:v>133.64</c:v>
                </c:pt>
                <c:pt idx="80">
                  <c:v>133.15</c:v>
                </c:pt>
                <c:pt idx="81">
                  <c:v>132.85</c:v>
                </c:pt>
                <c:pt idx="82">
                  <c:v>132.7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배경 직선</c:v>
                </c:pt>
              </c:strCache>
            </c:strRef>
          </c:tx>
          <c:spPr>
            <a:solidFill>
              <a:srgbClr val="C49A12"/>
            </a:solidFill>
            <a:ln w="25400" cap="flat">
              <a:solidFill>
                <a:srgbClr val="C49A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49A12"/>
              </a:solidFill>
              <a:ln w="9525" cap="flat">
                <a:solidFill>
                  <a:srgbClr val="C49A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Sheet1!$D$2:$D$84</c:f>
              <c:numCache>
                <c:formatCode>General</c:formatCode>
                <c:ptCount val="83"/>
                <c:pt idx="0">
                  <c:v>101.88</c:v>
                </c:pt>
                <c:pt idx="1">
                  <c:v>102.23</c:v>
                </c:pt>
                <c:pt idx="2">
                  <c:v>102.59</c:v>
                </c:pt>
                <c:pt idx="3">
                  <c:v>102.94</c:v>
                </c:pt>
                <c:pt idx="4">
                  <c:v>103.29</c:v>
                </c:pt>
                <c:pt idx="5">
                  <c:v>103.65</c:v>
                </c:pt>
                <c:pt idx="6">
                  <c:v>104</c:v>
                </c:pt>
                <c:pt idx="7">
                  <c:v>104.36</c:v>
                </c:pt>
                <c:pt idx="8">
                  <c:v>104.71</c:v>
                </c:pt>
                <c:pt idx="9">
                  <c:v>105.07</c:v>
                </c:pt>
                <c:pt idx="10">
                  <c:v>105.42</c:v>
                </c:pt>
                <c:pt idx="11">
                  <c:v>105.78</c:v>
                </c:pt>
                <c:pt idx="12">
                  <c:v>106.13</c:v>
                </c:pt>
                <c:pt idx="13">
                  <c:v>106.48</c:v>
                </c:pt>
                <c:pt idx="14">
                  <c:v>106.84</c:v>
                </c:pt>
                <c:pt idx="15">
                  <c:v>107.19</c:v>
                </c:pt>
                <c:pt idx="16">
                  <c:v>107.55</c:v>
                </c:pt>
                <c:pt idx="17">
                  <c:v>107.9</c:v>
                </c:pt>
                <c:pt idx="18">
                  <c:v>108.26</c:v>
                </c:pt>
                <c:pt idx="19">
                  <c:v>108.61</c:v>
                </c:pt>
                <c:pt idx="20">
                  <c:v>108.97</c:v>
                </c:pt>
                <c:pt idx="21">
                  <c:v>109.32</c:v>
                </c:pt>
                <c:pt idx="22">
                  <c:v>109.67</c:v>
                </c:pt>
                <c:pt idx="23">
                  <c:v>110.03</c:v>
                </c:pt>
                <c:pt idx="24">
                  <c:v>110.38</c:v>
                </c:pt>
                <c:pt idx="25">
                  <c:v>110.74</c:v>
                </c:pt>
                <c:pt idx="26">
                  <c:v>111.09</c:v>
                </c:pt>
                <c:pt idx="27">
                  <c:v>111.45</c:v>
                </c:pt>
                <c:pt idx="28">
                  <c:v>111.8</c:v>
                </c:pt>
                <c:pt idx="29">
                  <c:v>112.16</c:v>
                </c:pt>
                <c:pt idx="30">
                  <c:v>112.51</c:v>
                </c:pt>
                <c:pt idx="31">
                  <c:v>112.86</c:v>
                </c:pt>
                <c:pt idx="32">
                  <c:v>113.22</c:v>
                </c:pt>
                <c:pt idx="33">
                  <c:v>113.57</c:v>
                </c:pt>
                <c:pt idx="34">
                  <c:v>113.93</c:v>
                </c:pt>
                <c:pt idx="35">
                  <c:v>114.28</c:v>
                </c:pt>
                <c:pt idx="36">
                  <c:v>114.64</c:v>
                </c:pt>
                <c:pt idx="37">
                  <c:v>114.99</c:v>
                </c:pt>
                <c:pt idx="38">
                  <c:v>115.35</c:v>
                </c:pt>
                <c:pt idx="39">
                  <c:v>115.7</c:v>
                </c:pt>
                <c:pt idx="40">
                  <c:v>116.05</c:v>
                </c:pt>
                <c:pt idx="41">
                  <c:v>116.41</c:v>
                </c:pt>
                <c:pt idx="42">
                  <c:v>116.76</c:v>
                </c:pt>
                <c:pt idx="43">
                  <c:v>117.12</c:v>
                </c:pt>
                <c:pt idx="44">
                  <c:v>117.47</c:v>
                </c:pt>
                <c:pt idx="45">
                  <c:v>117.83</c:v>
                </c:pt>
                <c:pt idx="46">
                  <c:v>118.18</c:v>
                </c:pt>
                <c:pt idx="47">
                  <c:v>118.54</c:v>
                </c:pt>
                <c:pt idx="48">
                  <c:v>118.89</c:v>
                </c:pt>
                <c:pt idx="49">
                  <c:v>119.24</c:v>
                </c:pt>
                <c:pt idx="50">
                  <c:v>119.6</c:v>
                </c:pt>
                <c:pt idx="51">
                  <c:v>119.95</c:v>
                </c:pt>
                <c:pt idx="52">
                  <c:v>120.31</c:v>
                </c:pt>
                <c:pt idx="53">
                  <c:v>120.66</c:v>
                </c:pt>
                <c:pt idx="54">
                  <c:v>121.02</c:v>
                </c:pt>
                <c:pt idx="55">
                  <c:v>121.37</c:v>
                </c:pt>
                <c:pt idx="56">
                  <c:v>121.73</c:v>
                </c:pt>
                <c:pt idx="57">
                  <c:v>122.08</c:v>
                </c:pt>
                <c:pt idx="58">
                  <c:v>122.43</c:v>
                </c:pt>
                <c:pt idx="59">
                  <c:v>122.79</c:v>
                </c:pt>
                <c:pt idx="60">
                  <c:v>123.14</c:v>
                </c:pt>
                <c:pt idx="61">
                  <c:v>123.5</c:v>
                </c:pt>
                <c:pt idx="62">
                  <c:v>123.85</c:v>
                </c:pt>
                <c:pt idx="63">
                  <c:v>124.21</c:v>
                </c:pt>
                <c:pt idx="64">
                  <c:v>124.56</c:v>
                </c:pt>
                <c:pt idx="65">
                  <c:v>124.92</c:v>
                </c:pt>
                <c:pt idx="66">
                  <c:v>125.27</c:v>
                </c:pt>
                <c:pt idx="67">
                  <c:v>125.62</c:v>
                </c:pt>
                <c:pt idx="68">
                  <c:v>125.98</c:v>
                </c:pt>
                <c:pt idx="69">
                  <c:v>126.33</c:v>
                </c:pt>
                <c:pt idx="70">
                  <c:v>126.69</c:v>
                </c:pt>
                <c:pt idx="71">
                  <c:v>127.04</c:v>
                </c:pt>
                <c:pt idx="72">
                  <c:v>127.4</c:v>
                </c:pt>
                <c:pt idx="73">
                  <c:v>127.75</c:v>
                </c:pt>
                <c:pt idx="74">
                  <c:v>128.11</c:v>
                </c:pt>
                <c:pt idx="75">
                  <c:v>128.46</c:v>
                </c:pt>
                <c:pt idx="76">
                  <c:v>128.81</c:v>
                </c:pt>
                <c:pt idx="77">
                  <c:v>129.17</c:v>
                </c:pt>
                <c:pt idx="78">
                  <c:v>129.52</c:v>
                </c:pt>
                <c:pt idx="79">
                  <c:v>129.88</c:v>
                </c:pt>
                <c:pt idx="80">
                  <c:v>130.23</c:v>
                </c:pt>
                <c:pt idx="81">
                  <c:v>130.59</c:v>
                </c:pt>
                <c:pt idx="82">
                  <c:v>130.94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E2g</c:v>
                </c:pt>
              </c:strCache>
            </c:strRef>
          </c:tx>
          <c:spPr>
            <a:solidFill>
              <a:srgbClr val="0B6E62"/>
            </a:solidFill>
            <a:ln w="25400" cap="flat">
              <a:solidFill>
                <a:srgbClr val="0B6E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6E62"/>
              </a:solidFill>
              <a:ln w="9525" cap="flat">
                <a:solidFill>
                  <a:srgbClr val="0B6E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Sheet1!$E$2:$E$84</c:f>
              <c:numCache>
                <c:formatCode>General</c:formatCode>
                <c:ptCount val="83"/>
                <c:pt idx="0">
                  <c:v>102.11</c:v>
                </c:pt>
                <c:pt idx="1">
                  <c:v>102.48</c:v>
                </c:pt>
                <c:pt idx="2">
                  <c:v>102.87</c:v>
                </c:pt>
                <c:pt idx="3">
                  <c:v>103.25</c:v>
                </c:pt>
                <c:pt idx="4">
                  <c:v>103.64</c:v>
                </c:pt>
                <c:pt idx="5">
                  <c:v>104.04</c:v>
                </c:pt>
                <c:pt idx="6">
                  <c:v>104.44</c:v>
                </c:pt>
                <c:pt idx="7">
                  <c:v>104.86</c:v>
                </c:pt>
                <c:pt idx="8">
                  <c:v>105.28999999999999</c:v>
                </c:pt>
                <c:pt idx="9">
                  <c:v>105.74</c:v>
                </c:pt>
                <c:pt idx="10">
                  <c:v>106.21000000000001</c:v>
                </c:pt>
                <c:pt idx="11">
                  <c:v>106.72</c:v>
                </c:pt>
                <c:pt idx="12">
                  <c:v>107.28</c:v>
                </c:pt>
                <c:pt idx="13">
                  <c:v>107.9</c:v>
                </c:pt>
                <c:pt idx="14">
                  <c:v>108.64</c:v>
                </c:pt>
                <c:pt idx="15">
                  <c:v>109.55</c:v>
                </c:pt>
                <c:pt idx="16">
                  <c:v>110.75999999999999</c:v>
                </c:pt>
                <c:pt idx="17">
                  <c:v>112.63000000000001</c:v>
                </c:pt>
                <c:pt idx="18">
                  <c:v>116.97</c:v>
                </c:pt>
                <c:pt idx="19">
                  <c:v>131.54</c:v>
                </c:pt>
                <c:pt idx="20">
                  <c:v>171.51</c:v>
                </c:pt>
                <c:pt idx="21">
                  <c:v>230.31</c:v>
                </c:pt>
                <c:pt idx="22">
                  <c:v>240.98000000000002</c:v>
                </c:pt>
                <c:pt idx="23">
                  <c:v>186.55</c:v>
                </c:pt>
                <c:pt idx="24">
                  <c:v>140.10999999999999</c:v>
                </c:pt>
                <c:pt idx="25">
                  <c:v>121.44999999999999</c:v>
                </c:pt>
                <c:pt idx="26">
                  <c:v>116.42</c:v>
                </c:pt>
                <c:pt idx="27">
                  <c:v>114.95</c:v>
                </c:pt>
                <c:pt idx="28">
                  <c:v>114.33</c:v>
                </c:pt>
                <c:pt idx="29">
                  <c:v>114.08</c:v>
                </c:pt>
                <c:pt idx="30">
                  <c:v>114.01</c:v>
                </c:pt>
                <c:pt idx="31">
                  <c:v>114.06</c:v>
                </c:pt>
                <c:pt idx="32">
                  <c:v>114.21</c:v>
                </c:pt>
                <c:pt idx="33">
                  <c:v>114.39999999999999</c:v>
                </c:pt>
                <c:pt idx="34">
                  <c:v>114.63000000000001</c:v>
                </c:pt>
                <c:pt idx="35">
                  <c:v>114.88</c:v>
                </c:pt>
                <c:pt idx="36">
                  <c:v>115.16</c:v>
                </c:pt>
                <c:pt idx="37">
                  <c:v>115.44999999999999</c:v>
                </c:pt>
                <c:pt idx="38">
                  <c:v>115.75</c:v>
                </c:pt>
                <c:pt idx="39">
                  <c:v>116.06</c:v>
                </c:pt>
                <c:pt idx="40">
                  <c:v>116.36999999999999</c:v>
                </c:pt>
                <c:pt idx="41">
                  <c:v>116.7</c:v>
                </c:pt>
                <c:pt idx="42">
                  <c:v>117.02000000000001</c:v>
                </c:pt>
                <c:pt idx="43">
                  <c:v>117.36</c:v>
                </c:pt>
                <c:pt idx="44">
                  <c:v>117.69</c:v>
                </c:pt>
                <c:pt idx="45">
                  <c:v>118.03</c:v>
                </c:pt>
                <c:pt idx="46">
                  <c:v>118.36000000000001</c:v>
                </c:pt>
                <c:pt idx="47">
                  <c:v>118.71000000000001</c:v>
                </c:pt>
                <c:pt idx="48">
                  <c:v>119.05</c:v>
                </c:pt>
                <c:pt idx="49">
                  <c:v>119.38</c:v>
                </c:pt>
                <c:pt idx="50">
                  <c:v>119.72999999999999</c:v>
                </c:pt>
                <c:pt idx="51">
                  <c:v>120.08</c:v>
                </c:pt>
                <c:pt idx="52">
                  <c:v>120.43</c:v>
                </c:pt>
                <c:pt idx="53">
                  <c:v>120.77</c:v>
                </c:pt>
                <c:pt idx="54">
                  <c:v>121.11999999999999</c:v>
                </c:pt>
                <c:pt idx="55">
                  <c:v>121.47</c:v>
                </c:pt>
                <c:pt idx="56">
                  <c:v>121.82000000000001</c:v>
                </c:pt>
                <c:pt idx="57">
                  <c:v>122.17</c:v>
                </c:pt>
                <c:pt idx="58">
                  <c:v>122.51</c:v>
                </c:pt>
                <c:pt idx="59">
                  <c:v>122.87</c:v>
                </c:pt>
                <c:pt idx="60">
                  <c:v>123.21</c:v>
                </c:pt>
                <c:pt idx="61">
                  <c:v>123.57</c:v>
                </c:pt>
                <c:pt idx="62">
                  <c:v>123.91999999999999</c:v>
                </c:pt>
                <c:pt idx="63">
                  <c:v>124.27</c:v>
                </c:pt>
                <c:pt idx="64">
                  <c:v>124.62</c:v>
                </c:pt>
                <c:pt idx="65">
                  <c:v>124.98</c:v>
                </c:pt>
                <c:pt idx="66">
                  <c:v>125.33</c:v>
                </c:pt>
                <c:pt idx="67">
                  <c:v>125.67</c:v>
                </c:pt>
                <c:pt idx="68">
                  <c:v>126.03</c:v>
                </c:pt>
                <c:pt idx="69">
                  <c:v>126.38</c:v>
                </c:pt>
                <c:pt idx="70">
                  <c:v>126.74</c:v>
                </c:pt>
                <c:pt idx="71">
                  <c:v>127.08000000000001</c:v>
                </c:pt>
                <c:pt idx="72">
                  <c:v>127.44000000000001</c:v>
                </c:pt>
                <c:pt idx="73">
                  <c:v>127.79</c:v>
                </c:pt>
                <c:pt idx="74">
                  <c:v>128.15</c:v>
                </c:pt>
                <c:pt idx="75">
                  <c:v>128.5</c:v>
                </c:pt>
                <c:pt idx="76">
                  <c:v>128.85</c:v>
                </c:pt>
                <c:pt idx="77">
                  <c:v>129.20999999999998</c:v>
                </c:pt>
                <c:pt idx="78">
                  <c:v>129.55</c:v>
                </c:pt>
                <c:pt idx="79">
                  <c:v>129.91</c:v>
                </c:pt>
                <c:pt idx="80">
                  <c:v>130.26</c:v>
                </c:pt>
                <c:pt idx="81">
                  <c:v>130.62</c:v>
                </c:pt>
                <c:pt idx="82">
                  <c:v>130.97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A1g</c:v>
                </c:pt>
              </c:strCache>
            </c:strRef>
          </c:tx>
          <c:spPr>
            <a:solidFill>
              <a:srgbClr val="C8501E"/>
            </a:solidFill>
            <a:ln w="25400" cap="flat">
              <a:solidFill>
                <a:srgbClr val="C850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01E"/>
              </a:solidFill>
              <a:ln w="9525" cap="flat">
                <a:solidFill>
                  <a:srgbClr val="C850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Sheet1!$F$2:$F$84</c:f>
              <c:numCache>
                <c:formatCode>General</c:formatCode>
                <c:ptCount val="83"/>
                <c:pt idx="0">
                  <c:v>102.03999999999999</c:v>
                </c:pt>
                <c:pt idx="1">
                  <c:v>102.4</c:v>
                </c:pt>
                <c:pt idx="2">
                  <c:v>102.77000000000001</c:v>
                </c:pt>
                <c:pt idx="3">
                  <c:v>103.13</c:v>
                </c:pt>
                <c:pt idx="4">
                  <c:v>103.49000000000001</c:v>
                </c:pt>
                <c:pt idx="5">
                  <c:v>103.87</c:v>
                </c:pt>
                <c:pt idx="6">
                  <c:v>104.23</c:v>
                </c:pt>
                <c:pt idx="7">
                  <c:v>104.61</c:v>
                </c:pt>
                <c:pt idx="8">
                  <c:v>104.97999999999999</c:v>
                </c:pt>
                <c:pt idx="9">
                  <c:v>105.36999999999999</c:v>
                </c:pt>
                <c:pt idx="10">
                  <c:v>105.74</c:v>
                </c:pt>
                <c:pt idx="11">
                  <c:v>106.13</c:v>
                </c:pt>
                <c:pt idx="12">
                  <c:v>106.50999999999999</c:v>
                </c:pt>
                <c:pt idx="13">
                  <c:v>106.9</c:v>
                </c:pt>
                <c:pt idx="14">
                  <c:v>107.31</c:v>
                </c:pt>
                <c:pt idx="15">
                  <c:v>107.71</c:v>
                </c:pt>
                <c:pt idx="16">
                  <c:v>108.13</c:v>
                </c:pt>
                <c:pt idx="17">
                  <c:v>108.55000000000001</c:v>
                </c:pt>
                <c:pt idx="18">
                  <c:v>108.99000000000001</c:v>
                </c:pt>
                <c:pt idx="19">
                  <c:v>109.45</c:v>
                </c:pt>
                <c:pt idx="20">
                  <c:v>109.92999999999999</c:v>
                </c:pt>
                <c:pt idx="21">
                  <c:v>110.44</c:v>
                </c:pt>
                <c:pt idx="22">
                  <c:v>110.99</c:v>
                </c:pt>
                <c:pt idx="23">
                  <c:v>111.61</c:v>
                </c:pt>
                <c:pt idx="24">
                  <c:v>112.3</c:v>
                </c:pt>
                <c:pt idx="25">
                  <c:v>113.11999999999999</c:v>
                </c:pt>
                <c:pt idx="26">
                  <c:v>114.12</c:v>
                </c:pt>
                <c:pt idx="27">
                  <c:v>115.44</c:v>
                </c:pt>
                <c:pt idx="28">
                  <c:v>117.49</c:v>
                </c:pt>
                <c:pt idx="29">
                  <c:v>122.3</c:v>
                </c:pt>
                <c:pt idx="30">
                  <c:v>137.13</c:v>
                </c:pt>
                <c:pt idx="31">
                  <c:v>176.88</c:v>
                </c:pt>
                <c:pt idx="32">
                  <c:v>248.31</c:v>
                </c:pt>
                <c:pt idx="33">
                  <c:v>316.47</c:v>
                </c:pt>
                <c:pt idx="34">
                  <c:v>311.15999999999997</c:v>
                </c:pt>
                <c:pt idx="35">
                  <c:v>239.54000000000002</c:v>
                </c:pt>
                <c:pt idx="36">
                  <c:v>171.97</c:v>
                </c:pt>
                <c:pt idx="37">
                  <c:v>136.82999999999998</c:v>
                </c:pt>
                <c:pt idx="38">
                  <c:v>124.63</c:v>
                </c:pt>
                <c:pt idx="39">
                  <c:v>121.11</c:v>
                </c:pt>
                <c:pt idx="40">
                  <c:v>119.89</c:v>
                </c:pt>
                <c:pt idx="41">
                  <c:v>119.34</c:v>
                </c:pt>
                <c:pt idx="42">
                  <c:v>119.07000000000001</c:v>
                </c:pt>
                <c:pt idx="43">
                  <c:v>118.99000000000001</c:v>
                </c:pt>
                <c:pt idx="44">
                  <c:v>119.01</c:v>
                </c:pt>
                <c:pt idx="45">
                  <c:v>119.12</c:v>
                </c:pt>
                <c:pt idx="46">
                  <c:v>119.28</c:v>
                </c:pt>
                <c:pt idx="47">
                  <c:v>119.49000000000001</c:v>
                </c:pt>
                <c:pt idx="48">
                  <c:v>119.71</c:v>
                </c:pt>
                <c:pt idx="49">
                  <c:v>119.96</c:v>
                </c:pt>
                <c:pt idx="50">
                  <c:v>120.24</c:v>
                </c:pt>
                <c:pt idx="51">
                  <c:v>120.52</c:v>
                </c:pt>
                <c:pt idx="52">
                  <c:v>120.82000000000001</c:v>
                </c:pt>
                <c:pt idx="53">
                  <c:v>121.11999999999999</c:v>
                </c:pt>
                <c:pt idx="54">
                  <c:v>121.44</c:v>
                </c:pt>
                <c:pt idx="55">
                  <c:v>121.75</c:v>
                </c:pt>
                <c:pt idx="56">
                  <c:v>122.08</c:v>
                </c:pt>
                <c:pt idx="57">
                  <c:v>122.39999999999999</c:v>
                </c:pt>
                <c:pt idx="58">
                  <c:v>122.72000000000001</c:v>
                </c:pt>
                <c:pt idx="59">
                  <c:v>123.06</c:v>
                </c:pt>
                <c:pt idx="60">
                  <c:v>123.39</c:v>
                </c:pt>
                <c:pt idx="61">
                  <c:v>123.73</c:v>
                </c:pt>
                <c:pt idx="62">
                  <c:v>124.07</c:v>
                </c:pt>
                <c:pt idx="63">
                  <c:v>124.41</c:v>
                </c:pt>
                <c:pt idx="64">
                  <c:v>124.75</c:v>
                </c:pt>
                <c:pt idx="65">
                  <c:v>125.10000000000001</c:v>
                </c:pt>
                <c:pt idx="66">
                  <c:v>125.44</c:v>
                </c:pt>
                <c:pt idx="67">
                  <c:v>125.78</c:v>
                </c:pt>
                <c:pt idx="68">
                  <c:v>126.13000000000001</c:v>
                </c:pt>
                <c:pt idx="69">
                  <c:v>126.47</c:v>
                </c:pt>
                <c:pt idx="70">
                  <c:v>126.82</c:v>
                </c:pt>
                <c:pt idx="71">
                  <c:v>127.17</c:v>
                </c:pt>
                <c:pt idx="72">
                  <c:v>127.52000000000001</c:v>
                </c:pt>
                <c:pt idx="73">
                  <c:v>127.86</c:v>
                </c:pt>
                <c:pt idx="74">
                  <c:v>128.22000000000003</c:v>
                </c:pt>
                <c:pt idx="75">
                  <c:v>128.56</c:v>
                </c:pt>
                <c:pt idx="76">
                  <c:v>128.91</c:v>
                </c:pt>
                <c:pt idx="77">
                  <c:v>129.26</c:v>
                </c:pt>
                <c:pt idx="78">
                  <c:v>129.61</c:v>
                </c:pt>
                <c:pt idx="79">
                  <c:v>129.97</c:v>
                </c:pt>
                <c:pt idx="80">
                  <c:v>130.31</c:v>
                </c:pt>
                <c:pt idx="81">
                  <c:v>130.67000000000002</c:v>
                </c:pt>
                <c:pt idx="82">
                  <c:v>131.02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LA</c:v>
                </c:pt>
              </c:strCache>
            </c:strRef>
          </c:tx>
          <c:spPr>
            <a:solidFill>
              <a:srgbClr val="2C5DA8"/>
            </a:solidFill>
            <a:ln w="25400" cap="flat">
              <a:solidFill>
                <a:srgbClr val="2C5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DA8"/>
              </a:solidFill>
              <a:ln w="9525" cap="flat">
                <a:solidFill>
                  <a:srgbClr val="2C5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Sheet1!$G$2:$G$84</c:f>
              <c:numCache>
                <c:formatCode>General</c:formatCode>
                <c:ptCount val="83"/>
                <c:pt idx="0">
                  <c:v>101.94999999999999</c:v>
                </c:pt>
                <c:pt idx="1">
                  <c:v>102.3</c:v>
                </c:pt>
                <c:pt idx="2">
                  <c:v>102.66</c:v>
                </c:pt>
                <c:pt idx="3">
                  <c:v>103.02</c:v>
                </c:pt>
                <c:pt idx="4">
                  <c:v>103.37</c:v>
                </c:pt>
                <c:pt idx="5">
                  <c:v>103.73</c:v>
                </c:pt>
                <c:pt idx="6">
                  <c:v>104.08</c:v>
                </c:pt>
                <c:pt idx="7">
                  <c:v>104.45</c:v>
                </c:pt>
                <c:pt idx="8">
                  <c:v>104.8</c:v>
                </c:pt>
                <c:pt idx="9">
                  <c:v>105.16</c:v>
                </c:pt>
                <c:pt idx="10">
                  <c:v>105.52</c:v>
                </c:pt>
                <c:pt idx="11">
                  <c:v>105.88</c:v>
                </c:pt>
                <c:pt idx="12">
                  <c:v>106.22999999999999</c:v>
                </c:pt>
                <c:pt idx="13">
                  <c:v>106.59</c:v>
                </c:pt>
                <c:pt idx="14">
                  <c:v>106.95</c:v>
                </c:pt>
                <c:pt idx="15">
                  <c:v>107.31</c:v>
                </c:pt>
                <c:pt idx="16">
                  <c:v>107.67</c:v>
                </c:pt>
                <c:pt idx="17">
                  <c:v>108.03</c:v>
                </c:pt>
                <c:pt idx="18">
                  <c:v>108.39</c:v>
                </c:pt>
                <c:pt idx="19">
                  <c:v>108.75</c:v>
                </c:pt>
                <c:pt idx="20">
                  <c:v>109.12</c:v>
                </c:pt>
                <c:pt idx="21">
                  <c:v>109.47</c:v>
                </c:pt>
                <c:pt idx="22">
                  <c:v>109.83</c:v>
                </c:pt>
                <c:pt idx="23">
                  <c:v>110.2</c:v>
                </c:pt>
                <c:pt idx="24">
                  <c:v>110.56</c:v>
                </c:pt>
                <c:pt idx="25">
                  <c:v>110.92999999999999</c:v>
                </c:pt>
                <c:pt idx="26">
                  <c:v>111.29</c:v>
                </c:pt>
                <c:pt idx="27">
                  <c:v>111.66</c:v>
                </c:pt>
                <c:pt idx="28">
                  <c:v>112.02</c:v>
                </c:pt>
                <c:pt idx="29">
                  <c:v>112.39</c:v>
                </c:pt>
                <c:pt idx="30">
                  <c:v>112.76</c:v>
                </c:pt>
                <c:pt idx="31">
                  <c:v>113.13</c:v>
                </c:pt>
                <c:pt idx="32">
                  <c:v>113.51</c:v>
                </c:pt>
                <c:pt idx="33">
                  <c:v>113.88</c:v>
                </c:pt>
                <c:pt idx="34">
                  <c:v>114.28</c:v>
                </c:pt>
                <c:pt idx="35">
                  <c:v>114.67</c:v>
                </c:pt>
                <c:pt idx="36">
                  <c:v>115.09</c:v>
                </c:pt>
                <c:pt idx="37">
                  <c:v>115.52</c:v>
                </c:pt>
                <c:pt idx="38">
                  <c:v>115.99</c:v>
                </c:pt>
                <c:pt idx="39">
                  <c:v>116.49000000000001</c:v>
                </c:pt>
                <c:pt idx="40">
                  <c:v>117.03999999999999</c:v>
                </c:pt>
                <c:pt idx="41">
                  <c:v>117.67999999999999</c:v>
                </c:pt>
                <c:pt idx="42">
                  <c:v>118.41000000000001</c:v>
                </c:pt>
                <c:pt idx="43">
                  <c:v>119.26</c:v>
                </c:pt>
                <c:pt idx="44">
                  <c:v>120.26</c:v>
                </c:pt>
                <c:pt idx="45">
                  <c:v>121.45</c:v>
                </c:pt>
                <c:pt idx="46">
                  <c:v>122.85000000000001</c:v>
                </c:pt>
                <c:pt idx="47">
                  <c:v>124.52000000000001</c:v>
                </c:pt>
                <c:pt idx="48">
                  <c:v>126.45</c:v>
                </c:pt>
                <c:pt idx="49">
                  <c:v>128.68</c:v>
                </c:pt>
                <c:pt idx="50">
                  <c:v>131.23</c:v>
                </c:pt>
                <c:pt idx="51">
                  <c:v>134.07</c:v>
                </c:pt>
                <c:pt idx="52">
                  <c:v>137.2</c:v>
                </c:pt>
                <c:pt idx="53">
                  <c:v>140.54</c:v>
                </c:pt>
                <c:pt idx="54">
                  <c:v>144.06</c:v>
                </c:pt>
                <c:pt idx="55">
                  <c:v>147.63</c:v>
                </c:pt>
                <c:pt idx="56">
                  <c:v>151.18</c:v>
                </c:pt>
                <c:pt idx="57">
                  <c:v>154.55</c:v>
                </c:pt>
                <c:pt idx="58">
                  <c:v>157.63</c:v>
                </c:pt>
                <c:pt idx="59">
                  <c:v>160.29000000000002</c:v>
                </c:pt>
                <c:pt idx="60">
                  <c:v>162.38</c:v>
                </c:pt>
                <c:pt idx="61">
                  <c:v>163.84</c:v>
                </c:pt>
                <c:pt idx="62">
                  <c:v>164.57</c:v>
                </c:pt>
                <c:pt idx="63">
                  <c:v>164.56</c:v>
                </c:pt>
                <c:pt idx="64">
                  <c:v>163.83</c:v>
                </c:pt>
                <c:pt idx="65">
                  <c:v>162.45</c:v>
                </c:pt>
                <c:pt idx="66">
                  <c:v>160.51</c:v>
                </c:pt>
                <c:pt idx="67">
                  <c:v>158.14000000000001</c:v>
                </c:pt>
                <c:pt idx="68">
                  <c:v>155.48000000000002</c:v>
                </c:pt>
                <c:pt idx="69">
                  <c:v>152.65</c:v>
                </c:pt>
                <c:pt idx="70">
                  <c:v>149.78</c:v>
                </c:pt>
                <c:pt idx="71">
                  <c:v>146.97</c:v>
                </c:pt>
                <c:pt idx="72">
                  <c:v>144.34</c:v>
                </c:pt>
                <c:pt idx="73">
                  <c:v>141.92</c:v>
                </c:pt>
                <c:pt idx="74">
                  <c:v>139.78</c:v>
                </c:pt>
                <c:pt idx="75">
                  <c:v>137.93</c:v>
                </c:pt>
                <c:pt idx="76">
                  <c:v>136.4</c:v>
                </c:pt>
                <c:pt idx="77">
                  <c:v>135.17</c:v>
                </c:pt>
                <c:pt idx="78">
                  <c:v>134.21</c:v>
                </c:pt>
                <c:pt idx="79">
                  <c:v>133.51999999999998</c:v>
                </c:pt>
                <c:pt idx="80">
                  <c:v>133.03</c:v>
                </c:pt>
                <c:pt idx="81">
                  <c:v>132.74</c:v>
                </c:pt>
                <c:pt idx="82">
                  <c:v>132.59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Raman shift (cm⁻¹)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세기 (a.u.)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1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RSS</c:v>
                </c:pt>
              </c:strCache>
            </c:strRef>
          </c:tx>
          <c:spPr>
            <a:solidFill>
              <a:srgbClr val="0B6E62"/>
            </a:solidFill>
            <a:ln w="38100" cap="flat">
              <a:solidFill>
                <a:srgbClr val="0B6E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6E62"/>
              </a:solidFill>
              <a:ln w="9525" cap="flat">
                <a:solidFill>
                  <a:srgbClr val="0B6E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375</c:v>
                  </c:pt>
                  <c:pt idx="1">
                    <c:v>375.5</c:v>
                  </c:pt>
                  <c:pt idx="2">
                    <c:v>376</c:v>
                  </c:pt>
                  <c:pt idx="3">
                    <c:v>376.5</c:v>
                  </c:pt>
                  <c:pt idx="4">
                    <c:v>377</c:v>
                  </c:pt>
                  <c:pt idx="5">
                    <c:v>377.5</c:v>
                  </c:pt>
                  <c:pt idx="6">
                    <c:v>378</c:v>
                  </c:pt>
                  <c:pt idx="7">
                    <c:v>378.5</c:v>
                  </c:pt>
                  <c:pt idx="8">
                    <c:v>379</c:v>
                  </c:pt>
                  <c:pt idx="9">
                    <c:v>379.5</c:v>
                  </c:pt>
                  <c:pt idx="10">
                    <c:v>380</c:v>
                  </c:pt>
                  <c:pt idx="11">
                    <c:v>380.5</c:v>
                  </c:pt>
                  <c:pt idx="12">
                    <c:v>381</c:v>
                  </c:pt>
                  <c:pt idx="13">
                    <c:v>381.5</c:v>
                  </c:pt>
                  <c:pt idx="14">
                    <c:v>382</c:v>
                  </c:pt>
                  <c:pt idx="15">
                    <c:v>382.5</c:v>
                  </c:pt>
                  <c:pt idx="16">
                    <c:v>383</c:v>
                  </c:pt>
                  <c:pt idx="17">
                    <c:v>383.5</c:v>
                  </c:pt>
                  <c:pt idx="18">
                    <c:v>384</c:v>
                  </c:pt>
                  <c:pt idx="19">
                    <c:v>384.5</c:v>
                  </c:pt>
                  <c:pt idx="20">
                    <c:v>385</c:v>
                  </c:pt>
                  <c:pt idx="21">
                    <c:v>385.5</c:v>
                  </c:pt>
                  <c:pt idx="22">
                    <c:v>386</c:v>
                  </c:pt>
                  <c:pt idx="23">
                    <c:v>386.5</c:v>
                  </c:pt>
                  <c:pt idx="24">
                    <c:v>387</c:v>
                  </c:pt>
                  <c:pt idx="25">
                    <c:v>387.5</c:v>
                  </c:pt>
                  <c:pt idx="26">
                    <c:v>388</c:v>
                  </c:pt>
                  <c:pt idx="27">
                    <c:v>388.5</c:v>
                  </c:pt>
                  <c:pt idx="28">
                    <c:v>389</c:v>
                  </c:pt>
                  <c:pt idx="29">
                    <c:v>389.5</c:v>
                  </c:pt>
                  <c:pt idx="30">
                    <c:v>390</c:v>
                  </c:pt>
                  <c:pt idx="31">
                    <c:v>390.5</c:v>
                  </c:pt>
                  <c:pt idx="32">
                    <c:v>391</c:v>
                  </c:pt>
                  <c:pt idx="33">
                    <c:v>391.5</c:v>
                  </c:pt>
                  <c:pt idx="34">
                    <c:v>392</c:v>
                  </c:pt>
                  <c:pt idx="35">
                    <c:v>392.5</c:v>
                  </c:pt>
                  <c:pt idx="36">
                    <c:v>393</c:v>
                  </c:pt>
                  <c:pt idx="37">
                    <c:v>393.5</c:v>
                  </c:pt>
                  <c:pt idx="38">
                    <c:v>394</c:v>
                  </c:pt>
                  <c:pt idx="39">
                    <c:v>394.5</c:v>
                  </c:pt>
                  <c:pt idx="40">
                    <c:v>395</c:v>
                  </c:pt>
                  <c:pt idx="41">
                    <c:v>395.5</c:v>
                  </c:pt>
                  <c:pt idx="42">
                    <c:v>396</c:v>
                  </c:pt>
                  <c:pt idx="43">
                    <c:v>396.5</c:v>
                  </c:pt>
                  <c:pt idx="44">
                    <c:v>397</c:v>
                  </c:pt>
                  <c:pt idx="45">
                    <c:v>397.5</c:v>
                  </c:pt>
                  <c:pt idx="46">
                    <c:v>398</c:v>
                  </c:pt>
                  <c:pt idx="47">
                    <c:v>398.5</c:v>
                  </c:pt>
                  <c:pt idx="48">
                    <c:v>399</c:v>
                  </c:pt>
                  <c:pt idx="49">
                    <c:v>399.5</c:v>
                  </c:pt>
                  <c:pt idx="50">
                    <c:v>400</c:v>
                  </c:pt>
                  <c:pt idx="51">
                    <c:v>400.5</c:v>
                  </c:pt>
                  <c:pt idx="52">
                    <c:v>401</c:v>
                  </c:pt>
                  <c:pt idx="53">
                    <c:v>401.5</c:v>
                  </c:pt>
                  <c:pt idx="54">
                    <c:v>402</c:v>
                  </c:pt>
                  <c:pt idx="55">
                    <c:v>402.5</c:v>
                  </c:pt>
                  <c:pt idx="56">
                    <c:v>403</c:v>
                  </c:pt>
                  <c:pt idx="57">
                    <c:v>403.5</c:v>
                  </c:pt>
                  <c:pt idx="58">
                    <c:v>404</c:v>
                  </c:pt>
                  <c:pt idx="59">
                    <c:v>404.5</c:v>
                  </c:pt>
                  <c:pt idx="60">
                    <c:v>405</c:v>
                  </c:pt>
                  <c:pt idx="61">
                    <c:v>405.5</c:v>
                  </c:pt>
                  <c:pt idx="62">
                    <c:v>406</c:v>
                  </c:pt>
                  <c:pt idx="63">
                    <c:v>406.5</c:v>
                  </c:pt>
                  <c:pt idx="64">
                    <c:v>407</c:v>
                  </c:pt>
                  <c:pt idx="65">
                    <c:v>407.5</c:v>
                  </c:pt>
                  <c:pt idx="66">
                    <c:v>408</c:v>
                  </c:pt>
                  <c:pt idx="67">
                    <c:v>408.5</c:v>
                  </c:pt>
                  <c:pt idx="68">
                    <c:v>409</c:v>
                  </c:pt>
                  <c:pt idx="69">
                    <c:v>409.5</c:v>
                  </c:pt>
                  <c:pt idx="70">
                    <c:v>410</c:v>
                  </c:pt>
                  <c:pt idx="71">
                    <c:v>410.5</c:v>
                  </c:pt>
                  <c:pt idx="72">
                    <c:v>411</c:v>
                  </c:pt>
                  <c:pt idx="73">
                    <c:v>411.5</c:v>
                  </c:pt>
                  <c:pt idx="74">
                    <c:v>412</c:v>
                  </c:pt>
                  <c:pt idx="75">
                    <c:v>412.5</c:v>
                  </c:pt>
                  <c:pt idx="76">
                    <c:v>413</c:v>
                  </c:pt>
                  <c:pt idx="77">
                    <c:v>413.5</c:v>
                  </c:pt>
                  <c:pt idx="78">
                    <c:v>414</c:v>
                  </c:pt>
                  <c:pt idx="79">
                    <c:v>414.5</c:v>
                  </c:pt>
                  <c:pt idx="80">
                    <c:v>415</c:v>
                  </c:pt>
                </c:lvl>
              </c:multiLvlStrCache>
            </c:multiLvl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20.454</c:v>
                </c:pt>
                <c:pt idx="1">
                  <c:v>20.454</c:v>
                </c:pt>
                <c:pt idx="2">
                  <c:v>20.453</c:v>
                </c:pt>
                <c:pt idx="3">
                  <c:v>20.452</c:v>
                </c:pt>
                <c:pt idx="4">
                  <c:v>20.45</c:v>
                </c:pt>
                <c:pt idx="5">
                  <c:v>20.444</c:v>
                </c:pt>
                <c:pt idx="6">
                  <c:v>20.431</c:v>
                </c:pt>
                <c:pt idx="7">
                  <c:v>20.405</c:v>
                </c:pt>
                <c:pt idx="8">
                  <c:v>20.355</c:v>
                </c:pt>
                <c:pt idx="9">
                  <c:v>20.266</c:v>
                </c:pt>
                <c:pt idx="10">
                  <c:v>20.117</c:v>
                </c:pt>
                <c:pt idx="11">
                  <c:v>19.883</c:v>
                </c:pt>
                <c:pt idx="12">
                  <c:v>19.539</c:v>
                </c:pt>
                <c:pt idx="13">
                  <c:v>19.066</c:v>
                </c:pt>
                <c:pt idx="14">
                  <c:v>18.462</c:v>
                </c:pt>
                <c:pt idx="15">
                  <c:v>17.75</c:v>
                </c:pt>
                <c:pt idx="16">
                  <c:v>16.983</c:v>
                </c:pt>
                <c:pt idx="17">
                  <c:v>16.237</c:v>
                </c:pt>
                <c:pt idx="18">
                  <c:v>15.609</c:v>
                </c:pt>
                <c:pt idx="19">
                  <c:v>15.188</c:v>
                </c:pt>
                <c:pt idx="20">
                  <c:v>15.04</c:v>
                </c:pt>
                <c:pt idx="21">
                  <c:v>15.188</c:v>
                </c:pt>
                <c:pt idx="22">
                  <c:v>15.609</c:v>
                </c:pt>
                <c:pt idx="23">
                  <c:v>16.237</c:v>
                </c:pt>
                <c:pt idx="24">
                  <c:v>16.983</c:v>
                </c:pt>
                <c:pt idx="25">
                  <c:v>17.75</c:v>
                </c:pt>
                <c:pt idx="26">
                  <c:v>18.462</c:v>
                </c:pt>
                <c:pt idx="27">
                  <c:v>19.066</c:v>
                </c:pt>
                <c:pt idx="28">
                  <c:v>19.539</c:v>
                </c:pt>
                <c:pt idx="29">
                  <c:v>19.883</c:v>
                </c:pt>
                <c:pt idx="30">
                  <c:v>20.117</c:v>
                </c:pt>
                <c:pt idx="31">
                  <c:v>20.266</c:v>
                </c:pt>
                <c:pt idx="32">
                  <c:v>20.355</c:v>
                </c:pt>
                <c:pt idx="33">
                  <c:v>20.404</c:v>
                </c:pt>
                <c:pt idx="34">
                  <c:v>20.43</c:v>
                </c:pt>
                <c:pt idx="35">
                  <c:v>20.443</c:v>
                </c:pt>
                <c:pt idx="36">
                  <c:v>20.449</c:v>
                </c:pt>
                <c:pt idx="37">
                  <c:v>20.452</c:v>
                </c:pt>
                <c:pt idx="38">
                  <c:v>20.452</c:v>
                </c:pt>
                <c:pt idx="39">
                  <c:v>20.452</c:v>
                </c:pt>
                <c:pt idx="40">
                  <c:v>20.451</c:v>
                </c:pt>
                <c:pt idx="41">
                  <c:v>20.448</c:v>
                </c:pt>
                <c:pt idx="42">
                  <c:v>20.441</c:v>
                </c:pt>
                <c:pt idx="43">
                  <c:v>20.425</c:v>
                </c:pt>
                <c:pt idx="44">
                  <c:v>20.389</c:v>
                </c:pt>
                <c:pt idx="45">
                  <c:v>20.316</c:v>
                </c:pt>
                <c:pt idx="46">
                  <c:v>20.178</c:v>
                </c:pt>
                <c:pt idx="47">
                  <c:v>19.932</c:v>
                </c:pt>
                <c:pt idx="48">
                  <c:v>19.519</c:v>
                </c:pt>
                <c:pt idx="49">
                  <c:v>18.869</c:v>
                </c:pt>
                <c:pt idx="50">
                  <c:v>17.912</c:v>
                </c:pt>
                <c:pt idx="51">
                  <c:v>16.598</c:v>
                </c:pt>
                <c:pt idx="52">
                  <c:v>14.921</c:v>
                </c:pt>
                <c:pt idx="53">
                  <c:v>12.944</c:v>
                </c:pt>
                <c:pt idx="54">
                  <c:v>10.811</c:v>
                </c:pt>
                <c:pt idx="55">
                  <c:v>8.741</c:v>
                </c:pt>
                <c:pt idx="56">
                  <c:v>6.996</c:v>
                </c:pt>
                <c:pt idx="57">
                  <c:v>5.826</c:v>
                </c:pt>
                <c:pt idx="58">
                  <c:v>5.414</c:v>
                </c:pt>
                <c:pt idx="59">
                  <c:v>5.826</c:v>
                </c:pt>
                <c:pt idx="60">
                  <c:v>6.996</c:v>
                </c:pt>
                <c:pt idx="61">
                  <c:v>8.741</c:v>
                </c:pt>
                <c:pt idx="62">
                  <c:v>10.811</c:v>
                </c:pt>
                <c:pt idx="63">
                  <c:v>12.944</c:v>
                </c:pt>
                <c:pt idx="64">
                  <c:v>14.921</c:v>
                </c:pt>
                <c:pt idx="65">
                  <c:v>16.598</c:v>
                </c:pt>
                <c:pt idx="66">
                  <c:v>17.912</c:v>
                </c:pt>
                <c:pt idx="67">
                  <c:v>18.869</c:v>
                </c:pt>
                <c:pt idx="68">
                  <c:v>19.519</c:v>
                </c:pt>
                <c:pt idx="69">
                  <c:v>19.932</c:v>
                </c:pt>
                <c:pt idx="70">
                  <c:v>20.179</c:v>
                </c:pt>
                <c:pt idx="71">
                  <c:v>20.317</c:v>
                </c:pt>
                <c:pt idx="72">
                  <c:v>20.389</c:v>
                </c:pt>
                <c:pt idx="73">
                  <c:v>20.425</c:v>
                </c:pt>
                <c:pt idx="74">
                  <c:v>20.442</c:v>
                </c:pt>
                <c:pt idx="75">
                  <c:v>20.449</c:v>
                </c:pt>
                <c:pt idx="76">
                  <c:v>20.452</c:v>
                </c:pt>
                <c:pt idx="77">
                  <c:v>20.453</c:v>
                </c:pt>
                <c:pt idx="78">
                  <c:v>20.454</c:v>
                </c:pt>
                <c:pt idx="79">
                  <c:v>20.454</c:v>
                </c:pt>
                <c:pt idx="80">
                  <c:v>20.454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피크 하나의 중심 위치 c (cm⁻¹)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6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RSS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Gaussian</c:v>
                </c:pt>
              </c:strCache>
            </c:strRef>
          </c:tx>
          <c:spPr>
            <a:solidFill>
              <a:srgbClr val="2C5DA8"/>
            </a:solidFill>
            <a:ln w="31750" cap="flat">
              <a:solidFill>
                <a:srgbClr val="2C5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DA8"/>
              </a:solidFill>
              <a:ln w="9525" cap="flat">
                <a:solidFill>
                  <a:srgbClr val="2C5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Sheet1!$A$2:$A$98</c:f>
              <c:multiLvlStrCache>
                <c:ptCount val="97"/>
                <c:lvl>
                  <c:pt idx="0">
                    <c:v>-12</c:v>
                  </c:pt>
                  <c:pt idx="1">
                    <c:v>-12</c:v>
                  </c:pt>
                  <c:pt idx="2">
                    <c:v>-11</c:v>
                  </c:pt>
                  <c:pt idx="3">
                    <c:v>-11</c:v>
                  </c:pt>
                  <c:pt idx="4">
                    <c:v>-11</c:v>
                  </c:pt>
                  <c:pt idx="5">
                    <c:v>-11</c:v>
                  </c:pt>
                  <c:pt idx="6">
                    <c:v>-10</c:v>
                  </c:pt>
                  <c:pt idx="7">
                    <c:v>-10</c:v>
                  </c:pt>
                  <c:pt idx="8">
                    <c:v>-10</c:v>
                  </c:pt>
                  <c:pt idx="9">
                    <c:v>-10</c:v>
                  </c:pt>
                  <c:pt idx="10">
                    <c:v>-9</c:v>
                  </c:pt>
                  <c:pt idx="11">
                    <c:v>-9</c:v>
                  </c:pt>
                  <c:pt idx="12">
                    <c:v>-9</c:v>
                  </c:pt>
                  <c:pt idx="13">
                    <c:v>-9</c:v>
                  </c:pt>
                  <c:pt idx="14">
                    <c:v>-8</c:v>
                  </c:pt>
                  <c:pt idx="15">
                    <c:v>-8</c:v>
                  </c:pt>
                  <c:pt idx="16">
                    <c:v>-8</c:v>
                  </c:pt>
                  <c:pt idx="17">
                    <c:v>-8</c:v>
                  </c:pt>
                  <c:pt idx="18">
                    <c:v>-7</c:v>
                  </c:pt>
                  <c:pt idx="19">
                    <c:v>-7</c:v>
                  </c:pt>
                  <c:pt idx="20">
                    <c:v>-7</c:v>
                  </c:pt>
                  <c:pt idx="21">
                    <c:v>-7</c:v>
                  </c:pt>
                  <c:pt idx="22">
                    <c:v>-6</c:v>
                  </c:pt>
                  <c:pt idx="23">
                    <c:v>-6</c:v>
                  </c:pt>
                  <c:pt idx="24">
                    <c:v>-6</c:v>
                  </c:pt>
                  <c:pt idx="25">
                    <c:v>-6</c:v>
                  </c:pt>
                  <c:pt idx="26">
                    <c:v>-5</c:v>
                  </c:pt>
                  <c:pt idx="27">
                    <c:v>-5</c:v>
                  </c:pt>
                  <c:pt idx="28">
                    <c:v>-5</c:v>
                  </c:pt>
                  <c:pt idx="29">
                    <c:v>-5</c:v>
                  </c:pt>
                  <c:pt idx="30">
                    <c:v>-4</c:v>
                  </c:pt>
                  <c:pt idx="31">
                    <c:v>-4</c:v>
                  </c:pt>
                  <c:pt idx="32">
                    <c:v>-4</c:v>
                  </c:pt>
                  <c:pt idx="33">
                    <c:v>-4</c:v>
                  </c:pt>
                  <c:pt idx="34">
                    <c:v>-3</c:v>
                  </c:pt>
                  <c:pt idx="35">
                    <c:v>-3</c:v>
                  </c:pt>
                  <c:pt idx="36">
                    <c:v>-3</c:v>
                  </c:pt>
                  <c:pt idx="37">
                    <c:v>-3</c:v>
                  </c:pt>
                  <c:pt idx="38">
                    <c:v>-2</c:v>
                  </c:pt>
                  <c:pt idx="39">
                    <c:v>-2</c:v>
                  </c:pt>
                  <c:pt idx="40">
                    <c:v>-2</c:v>
                  </c:pt>
                  <c:pt idx="41">
                    <c:v>-2</c:v>
                  </c:pt>
                  <c:pt idx="42">
                    <c:v>-1</c:v>
                  </c:pt>
                  <c:pt idx="43">
                    <c:v>-1</c:v>
                  </c:pt>
                  <c:pt idx="44">
                    <c:v>-1</c:v>
                  </c:pt>
                  <c:pt idx="45">
                    <c:v>-1</c:v>
                  </c:pt>
                  <c:pt idx="46">
                    <c:v>0</c:v>
                  </c:pt>
                  <c:pt idx="47">
                    <c:v>0</c:v>
                  </c:pt>
                  <c:pt idx="48">
                    <c:v>0</c:v>
                  </c:pt>
                  <c:pt idx="49">
                    <c:v>0</c:v>
                  </c:pt>
                  <c:pt idx="50">
                    <c:v>1</c:v>
                  </c:pt>
                  <c:pt idx="51">
                    <c:v>1</c:v>
                  </c:pt>
                  <c:pt idx="52">
                    <c:v>1</c:v>
                  </c:pt>
                  <c:pt idx="53">
                    <c:v>1</c:v>
                  </c:pt>
                  <c:pt idx="54">
                    <c:v>2</c:v>
                  </c:pt>
                  <c:pt idx="55">
                    <c:v>2</c:v>
                  </c:pt>
                  <c:pt idx="56">
                    <c:v>2</c:v>
                  </c:pt>
                  <c:pt idx="57">
                    <c:v>2</c:v>
                  </c:pt>
                  <c:pt idx="58">
                    <c:v>3</c:v>
                  </c:pt>
                  <c:pt idx="59">
                    <c:v>3</c:v>
                  </c:pt>
                  <c:pt idx="60">
                    <c:v>3</c:v>
                  </c:pt>
                  <c:pt idx="61">
                    <c:v>3</c:v>
                  </c:pt>
                  <c:pt idx="62">
                    <c:v>4</c:v>
                  </c:pt>
                  <c:pt idx="63">
                    <c:v>4</c:v>
                  </c:pt>
                  <c:pt idx="64">
                    <c:v>4</c:v>
                  </c:pt>
                  <c:pt idx="65">
                    <c:v>4</c:v>
                  </c:pt>
                  <c:pt idx="66">
                    <c:v>5</c:v>
                  </c:pt>
                  <c:pt idx="67">
                    <c:v>5</c:v>
                  </c:pt>
                  <c:pt idx="68">
                    <c:v>5</c:v>
                  </c:pt>
                  <c:pt idx="69">
                    <c:v>5</c:v>
                  </c:pt>
                  <c:pt idx="70">
                    <c:v>6</c:v>
                  </c:pt>
                  <c:pt idx="71">
                    <c:v>6</c:v>
                  </c:pt>
                  <c:pt idx="72">
                    <c:v>6</c:v>
                  </c:pt>
                  <c:pt idx="73">
                    <c:v>6</c:v>
                  </c:pt>
                  <c:pt idx="74">
                    <c:v>7</c:v>
                  </c:pt>
                  <c:pt idx="75">
                    <c:v>7</c:v>
                  </c:pt>
                  <c:pt idx="76">
                    <c:v>7</c:v>
                  </c:pt>
                  <c:pt idx="77">
                    <c:v>7</c:v>
                  </c:pt>
                  <c:pt idx="78">
                    <c:v>8</c:v>
                  </c:pt>
                  <c:pt idx="79">
                    <c:v>8</c:v>
                  </c:pt>
                  <c:pt idx="80">
                    <c:v>8</c:v>
                  </c:pt>
                  <c:pt idx="81">
                    <c:v>8</c:v>
                  </c:pt>
                  <c:pt idx="82">
                    <c:v>9</c:v>
                  </c:pt>
                  <c:pt idx="83">
                    <c:v>9</c:v>
                  </c:pt>
                  <c:pt idx="84">
                    <c:v>9</c:v>
                  </c:pt>
                  <c:pt idx="85">
                    <c:v>9</c:v>
                  </c:pt>
                  <c:pt idx="86">
                    <c:v>10</c:v>
                  </c:pt>
                  <c:pt idx="87">
                    <c:v>10</c:v>
                  </c:pt>
                  <c:pt idx="88">
                    <c:v>10</c:v>
                  </c:pt>
                  <c:pt idx="89">
                    <c:v>10</c:v>
                  </c:pt>
                  <c:pt idx="90">
                    <c:v>11</c:v>
                  </c:pt>
                  <c:pt idx="91">
                    <c:v>11</c:v>
                  </c:pt>
                  <c:pt idx="92">
                    <c:v>11</c:v>
                  </c:pt>
                  <c:pt idx="93">
                    <c:v>11</c:v>
                  </c:pt>
                  <c:pt idx="94">
                    <c:v>12</c:v>
                  </c:pt>
                  <c:pt idx="95">
                    <c:v>12</c:v>
                  </c:pt>
                  <c:pt idx="96">
                    <c:v>12</c:v>
                  </c:pt>
                </c:lvl>
              </c:multiLvlStrCache>
            </c:multiLvlStrRef>
          </c:cat>
          <c:val>
            <c:numRef>
              <c:f>Sheet1!$B$2:$B$98</c:f>
              <c:numCache>
                <c:formatCode>General</c:formatCode>
                <c:ptCount val="9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0.0001</c:v>
                </c:pt>
                <c:pt idx="12">
                  <c:v>0.0001</c:v>
                </c:pt>
                <c:pt idx="13">
                  <c:v>0.0002</c:v>
                </c:pt>
                <c:pt idx="14">
                  <c:v>0.0003</c:v>
                </c:pt>
                <c:pt idx="15">
                  <c:v>0.0005</c:v>
                </c:pt>
                <c:pt idx="16">
                  <c:v>0.0008</c:v>
                </c:pt>
                <c:pt idx="17">
                  <c:v>0.0013</c:v>
                </c:pt>
                <c:pt idx="18">
                  <c:v>0.002</c:v>
                </c:pt>
                <c:pt idx="19">
                  <c:v>0.0029</c:v>
                </c:pt>
                <c:pt idx="20">
                  <c:v>0.0044</c:v>
                </c:pt>
                <c:pt idx="21">
                  <c:v>0.0064</c:v>
                </c:pt>
                <c:pt idx="22">
                  <c:v>0.0092</c:v>
                </c:pt>
                <c:pt idx="23">
                  <c:v>0.0131</c:v>
                </c:pt>
                <c:pt idx="24">
                  <c:v>0.0185</c:v>
                </c:pt>
                <c:pt idx="25">
                  <c:v>0.0256</c:v>
                </c:pt>
                <c:pt idx="26">
                  <c:v>0.0349</c:v>
                </c:pt>
                <c:pt idx="27">
                  <c:v>0.047</c:v>
                </c:pt>
                <c:pt idx="28">
                  <c:v>0.0625</c:v>
                </c:pt>
                <c:pt idx="29">
                  <c:v>0.0819</c:v>
                </c:pt>
                <c:pt idx="30">
                  <c:v>0.1058</c:v>
                </c:pt>
                <c:pt idx="31">
                  <c:v>0.1349</c:v>
                </c:pt>
                <c:pt idx="32">
                  <c:v>0.1696</c:v>
                </c:pt>
                <c:pt idx="33">
                  <c:v>0.2102</c:v>
                </c:pt>
                <c:pt idx="34">
                  <c:v>0.257</c:v>
                </c:pt>
                <c:pt idx="35">
                  <c:v>0.3099</c:v>
                </c:pt>
                <c:pt idx="36">
                  <c:v>0.3686</c:v>
                </c:pt>
                <c:pt idx="37">
                  <c:v>0.4323</c:v>
                </c:pt>
                <c:pt idx="38">
                  <c:v>0.5</c:v>
                </c:pt>
                <c:pt idx="39">
                  <c:v>0.5704</c:v>
                </c:pt>
                <c:pt idx="40">
                  <c:v>0.6417</c:v>
                </c:pt>
                <c:pt idx="41">
                  <c:v>0.712</c:v>
                </c:pt>
                <c:pt idx="42">
                  <c:v>0.7792</c:v>
                </c:pt>
                <c:pt idx="43">
                  <c:v>0.8409</c:v>
                </c:pt>
                <c:pt idx="44">
                  <c:v>0.895</c:v>
                </c:pt>
                <c:pt idx="45">
                  <c:v>0.9395</c:v>
                </c:pt>
                <c:pt idx="46">
                  <c:v>0.9727</c:v>
                </c:pt>
                <c:pt idx="47">
                  <c:v>0.9931</c:v>
                </c:pt>
                <c:pt idx="48">
                  <c:v>1</c:v>
                </c:pt>
                <c:pt idx="49">
                  <c:v>0.9931</c:v>
                </c:pt>
                <c:pt idx="50">
                  <c:v>0.9727</c:v>
                </c:pt>
                <c:pt idx="51">
                  <c:v>0.9395</c:v>
                </c:pt>
                <c:pt idx="52">
                  <c:v>0.895</c:v>
                </c:pt>
                <c:pt idx="53">
                  <c:v>0.8409</c:v>
                </c:pt>
                <c:pt idx="54">
                  <c:v>0.7792</c:v>
                </c:pt>
                <c:pt idx="55">
                  <c:v>0.712</c:v>
                </c:pt>
                <c:pt idx="56">
                  <c:v>0.6417</c:v>
                </c:pt>
                <c:pt idx="57">
                  <c:v>0.5704</c:v>
                </c:pt>
                <c:pt idx="58">
                  <c:v>0.5</c:v>
                </c:pt>
                <c:pt idx="59">
                  <c:v>0.4323</c:v>
                </c:pt>
                <c:pt idx="60">
                  <c:v>0.3686</c:v>
                </c:pt>
                <c:pt idx="61">
                  <c:v>0.3099</c:v>
                </c:pt>
                <c:pt idx="62">
                  <c:v>0.257</c:v>
                </c:pt>
                <c:pt idx="63">
                  <c:v>0.2102</c:v>
                </c:pt>
                <c:pt idx="64">
                  <c:v>0.1696</c:v>
                </c:pt>
                <c:pt idx="65">
                  <c:v>0.1349</c:v>
                </c:pt>
                <c:pt idx="66">
                  <c:v>0.1058</c:v>
                </c:pt>
                <c:pt idx="67">
                  <c:v>0.0819</c:v>
                </c:pt>
                <c:pt idx="68">
                  <c:v>0.0625</c:v>
                </c:pt>
                <c:pt idx="69">
                  <c:v>0.047</c:v>
                </c:pt>
                <c:pt idx="70">
                  <c:v>0.0349</c:v>
                </c:pt>
                <c:pt idx="71">
                  <c:v>0.0256</c:v>
                </c:pt>
                <c:pt idx="72">
                  <c:v>0.0185</c:v>
                </c:pt>
                <c:pt idx="73">
                  <c:v>0.0131</c:v>
                </c:pt>
                <c:pt idx="74">
                  <c:v>0.0092</c:v>
                </c:pt>
                <c:pt idx="75">
                  <c:v>0.0064</c:v>
                </c:pt>
                <c:pt idx="76">
                  <c:v>0.0044</c:v>
                </c:pt>
                <c:pt idx="77">
                  <c:v>0.0029</c:v>
                </c:pt>
                <c:pt idx="78">
                  <c:v>0.002</c:v>
                </c:pt>
                <c:pt idx="79">
                  <c:v>0.0013</c:v>
                </c:pt>
                <c:pt idx="80">
                  <c:v>0.0008</c:v>
                </c:pt>
                <c:pt idx="81">
                  <c:v>0.0005</c:v>
                </c:pt>
                <c:pt idx="82">
                  <c:v>0.0003</c:v>
                </c:pt>
                <c:pt idx="83">
                  <c:v>0.0002</c:v>
                </c:pt>
                <c:pt idx="84">
                  <c:v>0.0001</c:v>
                </c:pt>
                <c:pt idx="85">
                  <c:v>0.0001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Lorentzian</c:v>
                </c:pt>
              </c:strCache>
            </c:strRef>
          </c:tx>
          <c:spPr>
            <a:solidFill>
              <a:srgbClr val="C8501E"/>
            </a:solidFill>
            <a:ln w="31750" cap="flat">
              <a:solidFill>
                <a:srgbClr val="C850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01E"/>
              </a:solidFill>
              <a:ln w="9525" cap="flat">
                <a:solidFill>
                  <a:srgbClr val="C850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Sheet1!$A$2:$A$98</c:f>
              <c:multiLvlStrCache>
                <c:ptCount val="97"/>
                <c:lvl>
                  <c:pt idx="0">
                    <c:v>-12</c:v>
                  </c:pt>
                  <c:pt idx="1">
                    <c:v>-12</c:v>
                  </c:pt>
                  <c:pt idx="2">
                    <c:v>-11</c:v>
                  </c:pt>
                  <c:pt idx="3">
                    <c:v>-11</c:v>
                  </c:pt>
                  <c:pt idx="4">
                    <c:v>-11</c:v>
                  </c:pt>
                  <c:pt idx="5">
                    <c:v>-11</c:v>
                  </c:pt>
                  <c:pt idx="6">
                    <c:v>-10</c:v>
                  </c:pt>
                  <c:pt idx="7">
                    <c:v>-10</c:v>
                  </c:pt>
                  <c:pt idx="8">
                    <c:v>-10</c:v>
                  </c:pt>
                  <c:pt idx="9">
                    <c:v>-10</c:v>
                  </c:pt>
                  <c:pt idx="10">
                    <c:v>-9</c:v>
                  </c:pt>
                  <c:pt idx="11">
                    <c:v>-9</c:v>
                  </c:pt>
                  <c:pt idx="12">
                    <c:v>-9</c:v>
                  </c:pt>
                  <c:pt idx="13">
                    <c:v>-9</c:v>
                  </c:pt>
                  <c:pt idx="14">
                    <c:v>-8</c:v>
                  </c:pt>
                  <c:pt idx="15">
                    <c:v>-8</c:v>
                  </c:pt>
                  <c:pt idx="16">
                    <c:v>-8</c:v>
                  </c:pt>
                  <c:pt idx="17">
                    <c:v>-8</c:v>
                  </c:pt>
                  <c:pt idx="18">
                    <c:v>-7</c:v>
                  </c:pt>
                  <c:pt idx="19">
                    <c:v>-7</c:v>
                  </c:pt>
                  <c:pt idx="20">
                    <c:v>-7</c:v>
                  </c:pt>
                  <c:pt idx="21">
                    <c:v>-7</c:v>
                  </c:pt>
                  <c:pt idx="22">
                    <c:v>-6</c:v>
                  </c:pt>
                  <c:pt idx="23">
                    <c:v>-6</c:v>
                  </c:pt>
                  <c:pt idx="24">
                    <c:v>-6</c:v>
                  </c:pt>
                  <c:pt idx="25">
                    <c:v>-6</c:v>
                  </c:pt>
                  <c:pt idx="26">
                    <c:v>-5</c:v>
                  </c:pt>
                  <c:pt idx="27">
                    <c:v>-5</c:v>
                  </c:pt>
                  <c:pt idx="28">
                    <c:v>-5</c:v>
                  </c:pt>
                  <c:pt idx="29">
                    <c:v>-5</c:v>
                  </c:pt>
                  <c:pt idx="30">
                    <c:v>-4</c:v>
                  </c:pt>
                  <c:pt idx="31">
                    <c:v>-4</c:v>
                  </c:pt>
                  <c:pt idx="32">
                    <c:v>-4</c:v>
                  </c:pt>
                  <c:pt idx="33">
                    <c:v>-4</c:v>
                  </c:pt>
                  <c:pt idx="34">
                    <c:v>-3</c:v>
                  </c:pt>
                  <c:pt idx="35">
                    <c:v>-3</c:v>
                  </c:pt>
                  <c:pt idx="36">
                    <c:v>-3</c:v>
                  </c:pt>
                  <c:pt idx="37">
                    <c:v>-3</c:v>
                  </c:pt>
                  <c:pt idx="38">
                    <c:v>-2</c:v>
                  </c:pt>
                  <c:pt idx="39">
                    <c:v>-2</c:v>
                  </c:pt>
                  <c:pt idx="40">
                    <c:v>-2</c:v>
                  </c:pt>
                  <c:pt idx="41">
                    <c:v>-2</c:v>
                  </c:pt>
                  <c:pt idx="42">
                    <c:v>-1</c:v>
                  </c:pt>
                  <c:pt idx="43">
                    <c:v>-1</c:v>
                  </c:pt>
                  <c:pt idx="44">
                    <c:v>-1</c:v>
                  </c:pt>
                  <c:pt idx="45">
                    <c:v>-1</c:v>
                  </c:pt>
                  <c:pt idx="46">
                    <c:v>0</c:v>
                  </c:pt>
                  <c:pt idx="47">
                    <c:v>0</c:v>
                  </c:pt>
                  <c:pt idx="48">
                    <c:v>0</c:v>
                  </c:pt>
                  <c:pt idx="49">
                    <c:v>0</c:v>
                  </c:pt>
                  <c:pt idx="50">
                    <c:v>1</c:v>
                  </c:pt>
                  <c:pt idx="51">
                    <c:v>1</c:v>
                  </c:pt>
                  <c:pt idx="52">
                    <c:v>1</c:v>
                  </c:pt>
                  <c:pt idx="53">
                    <c:v>1</c:v>
                  </c:pt>
                  <c:pt idx="54">
                    <c:v>2</c:v>
                  </c:pt>
                  <c:pt idx="55">
                    <c:v>2</c:v>
                  </c:pt>
                  <c:pt idx="56">
                    <c:v>2</c:v>
                  </c:pt>
                  <c:pt idx="57">
                    <c:v>2</c:v>
                  </c:pt>
                  <c:pt idx="58">
                    <c:v>3</c:v>
                  </c:pt>
                  <c:pt idx="59">
                    <c:v>3</c:v>
                  </c:pt>
                  <c:pt idx="60">
                    <c:v>3</c:v>
                  </c:pt>
                  <c:pt idx="61">
                    <c:v>3</c:v>
                  </c:pt>
                  <c:pt idx="62">
                    <c:v>4</c:v>
                  </c:pt>
                  <c:pt idx="63">
                    <c:v>4</c:v>
                  </c:pt>
                  <c:pt idx="64">
                    <c:v>4</c:v>
                  </c:pt>
                  <c:pt idx="65">
                    <c:v>4</c:v>
                  </c:pt>
                  <c:pt idx="66">
                    <c:v>5</c:v>
                  </c:pt>
                  <c:pt idx="67">
                    <c:v>5</c:v>
                  </c:pt>
                  <c:pt idx="68">
                    <c:v>5</c:v>
                  </c:pt>
                  <c:pt idx="69">
                    <c:v>5</c:v>
                  </c:pt>
                  <c:pt idx="70">
                    <c:v>6</c:v>
                  </c:pt>
                  <c:pt idx="71">
                    <c:v>6</c:v>
                  </c:pt>
                  <c:pt idx="72">
                    <c:v>6</c:v>
                  </c:pt>
                  <c:pt idx="73">
                    <c:v>6</c:v>
                  </c:pt>
                  <c:pt idx="74">
                    <c:v>7</c:v>
                  </c:pt>
                  <c:pt idx="75">
                    <c:v>7</c:v>
                  </c:pt>
                  <c:pt idx="76">
                    <c:v>7</c:v>
                  </c:pt>
                  <c:pt idx="77">
                    <c:v>7</c:v>
                  </c:pt>
                  <c:pt idx="78">
                    <c:v>8</c:v>
                  </c:pt>
                  <c:pt idx="79">
                    <c:v>8</c:v>
                  </c:pt>
                  <c:pt idx="80">
                    <c:v>8</c:v>
                  </c:pt>
                  <c:pt idx="81">
                    <c:v>8</c:v>
                  </c:pt>
                  <c:pt idx="82">
                    <c:v>9</c:v>
                  </c:pt>
                  <c:pt idx="83">
                    <c:v>9</c:v>
                  </c:pt>
                  <c:pt idx="84">
                    <c:v>9</c:v>
                  </c:pt>
                  <c:pt idx="85">
                    <c:v>9</c:v>
                  </c:pt>
                  <c:pt idx="86">
                    <c:v>10</c:v>
                  </c:pt>
                  <c:pt idx="87">
                    <c:v>10</c:v>
                  </c:pt>
                  <c:pt idx="88">
                    <c:v>10</c:v>
                  </c:pt>
                  <c:pt idx="89">
                    <c:v>10</c:v>
                  </c:pt>
                  <c:pt idx="90">
                    <c:v>11</c:v>
                  </c:pt>
                  <c:pt idx="91">
                    <c:v>11</c:v>
                  </c:pt>
                  <c:pt idx="92">
                    <c:v>11</c:v>
                  </c:pt>
                  <c:pt idx="93">
                    <c:v>11</c:v>
                  </c:pt>
                  <c:pt idx="94">
                    <c:v>12</c:v>
                  </c:pt>
                  <c:pt idx="95">
                    <c:v>12</c:v>
                  </c:pt>
                  <c:pt idx="96">
                    <c:v>12</c:v>
                  </c:pt>
                </c:lvl>
              </c:multiLvlStrCache>
            </c:multiLvlStrRef>
          </c:cat>
          <c:val>
            <c:numRef>
              <c:f>Sheet1!$C$2:$C$98</c:f>
              <c:numCache>
                <c:formatCode>General</c:formatCode>
                <c:ptCount val="97"/>
                <c:pt idx="0">
                  <c:v>0.0416</c:v>
                </c:pt>
                <c:pt idx="1">
                  <c:v>0.0433</c:v>
                </c:pt>
                <c:pt idx="2">
                  <c:v>0.0451</c:v>
                </c:pt>
                <c:pt idx="3">
                  <c:v>0.0471</c:v>
                </c:pt>
                <c:pt idx="4">
                  <c:v>0.0491</c:v>
                </c:pt>
                <c:pt idx="5">
                  <c:v>0.0513</c:v>
                </c:pt>
                <c:pt idx="6">
                  <c:v>0.0536</c:v>
                </c:pt>
                <c:pt idx="7">
                  <c:v>0.0561</c:v>
                </c:pt>
                <c:pt idx="8">
                  <c:v>0.0588</c:v>
                </c:pt>
                <c:pt idx="9">
                  <c:v>0.0617</c:v>
                </c:pt>
                <c:pt idx="10">
                  <c:v>0.0648</c:v>
                </c:pt>
                <c:pt idx="11">
                  <c:v>0.0681</c:v>
                </c:pt>
                <c:pt idx="12">
                  <c:v>0.0716</c:v>
                </c:pt>
                <c:pt idx="13">
                  <c:v>0.0755</c:v>
                </c:pt>
                <c:pt idx="14">
                  <c:v>0.0796</c:v>
                </c:pt>
                <c:pt idx="15">
                  <c:v>0.0841</c:v>
                </c:pt>
                <c:pt idx="16">
                  <c:v>0.089</c:v>
                </c:pt>
                <c:pt idx="17">
                  <c:v>0.0943</c:v>
                </c:pt>
                <c:pt idx="18">
                  <c:v>0.1</c:v>
                </c:pt>
                <c:pt idx="19">
                  <c:v>0.1063</c:v>
                </c:pt>
                <c:pt idx="20">
                  <c:v>0.1131</c:v>
                </c:pt>
                <c:pt idx="21">
                  <c:v>0.1206</c:v>
                </c:pt>
                <c:pt idx="22">
                  <c:v>0.1289</c:v>
                </c:pt>
                <c:pt idx="23">
                  <c:v>0.1379</c:v>
                </c:pt>
                <c:pt idx="24">
                  <c:v>0.1479</c:v>
                </c:pt>
                <c:pt idx="25">
                  <c:v>0.159</c:v>
                </c:pt>
                <c:pt idx="26">
                  <c:v>0.1712</c:v>
                </c:pt>
                <c:pt idx="27">
                  <c:v>0.1848</c:v>
                </c:pt>
                <c:pt idx="28">
                  <c:v>0.2</c:v>
                </c:pt>
                <c:pt idx="29">
                  <c:v>0.2169</c:v>
                </c:pt>
                <c:pt idx="30">
                  <c:v>0.2358</c:v>
                </c:pt>
                <c:pt idx="31">
                  <c:v>0.2571</c:v>
                </c:pt>
                <c:pt idx="32">
                  <c:v>0.2809</c:v>
                </c:pt>
                <c:pt idx="33">
                  <c:v>0.3077</c:v>
                </c:pt>
                <c:pt idx="34">
                  <c:v>0.3378</c:v>
                </c:pt>
                <c:pt idx="35">
                  <c:v>0.3717</c:v>
                </c:pt>
                <c:pt idx="36">
                  <c:v>0.4098</c:v>
                </c:pt>
                <c:pt idx="37">
                  <c:v>0.4525</c:v>
                </c:pt>
                <c:pt idx="38">
                  <c:v>0.5</c:v>
                </c:pt>
                <c:pt idx="39">
                  <c:v>0.5525</c:v>
                </c:pt>
                <c:pt idx="40">
                  <c:v>0.6098</c:v>
                </c:pt>
                <c:pt idx="41">
                  <c:v>0.6711</c:v>
                </c:pt>
                <c:pt idx="42">
                  <c:v>0.7353</c:v>
                </c:pt>
                <c:pt idx="43">
                  <c:v>0.8</c:v>
                </c:pt>
                <c:pt idx="44">
                  <c:v>0.8621</c:v>
                </c:pt>
                <c:pt idx="45">
                  <c:v>0.9174</c:v>
                </c:pt>
                <c:pt idx="46">
                  <c:v>0.9615</c:v>
                </c:pt>
                <c:pt idx="47">
                  <c:v>0.9901</c:v>
                </c:pt>
                <c:pt idx="48">
                  <c:v>1</c:v>
                </c:pt>
                <c:pt idx="49">
                  <c:v>0.9901</c:v>
                </c:pt>
                <c:pt idx="50">
                  <c:v>0.9615</c:v>
                </c:pt>
                <c:pt idx="51">
                  <c:v>0.9174</c:v>
                </c:pt>
                <c:pt idx="52">
                  <c:v>0.8621</c:v>
                </c:pt>
                <c:pt idx="53">
                  <c:v>0.8</c:v>
                </c:pt>
                <c:pt idx="54">
                  <c:v>0.7353</c:v>
                </c:pt>
                <c:pt idx="55">
                  <c:v>0.6711</c:v>
                </c:pt>
                <c:pt idx="56">
                  <c:v>0.6098</c:v>
                </c:pt>
                <c:pt idx="57">
                  <c:v>0.5525</c:v>
                </c:pt>
                <c:pt idx="58">
                  <c:v>0.5</c:v>
                </c:pt>
                <c:pt idx="59">
                  <c:v>0.4525</c:v>
                </c:pt>
                <c:pt idx="60">
                  <c:v>0.4098</c:v>
                </c:pt>
                <c:pt idx="61">
                  <c:v>0.3717</c:v>
                </c:pt>
                <c:pt idx="62">
                  <c:v>0.3378</c:v>
                </c:pt>
                <c:pt idx="63">
                  <c:v>0.3077</c:v>
                </c:pt>
                <c:pt idx="64">
                  <c:v>0.2809</c:v>
                </c:pt>
                <c:pt idx="65">
                  <c:v>0.2571</c:v>
                </c:pt>
                <c:pt idx="66">
                  <c:v>0.2358</c:v>
                </c:pt>
                <c:pt idx="67">
                  <c:v>0.2169</c:v>
                </c:pt>
                <c:pt idx="68">
                  <c:v>0.2</c:v>
                </c:pt>
                <c:pt idx="69">
                  <c:v>0.1848</c:v>
                </c:pt>
                <c:pt idx="70">
                  <c:v>0.1712</c:v>
                </c:pt>
                <c:pt idx="71">
                  <c:v>0.159</c:v>
                </c:pt>
                <c:pt idx="72">
                  <c:v>0.1479</c:v>
                </c:pt>
                <c:pt idx="73">
                  <c:v>0.1379</c:v>
                </c:pt>
                <c:pt idx="74">
                  <c:v>0.1289</c:v>
                </c:pt>
                <c:pt idx="75">
                  <c:v>0.1206</c:v>
                </c:pt>
                <c:pt idx="76">
                  <c:v>0.1131</c:v>
                </c:pt>
                <c:pt idx="77">
                  <c:v>0.1063</c:v>
                </c:pt>
                <c:pt idx="78">
                  <c:v>0.1</c:v>
                </c:pt>
                <c:pt idx="79">
                  <c:v>0.0943</c:v>
                </c:pt>
                <c:pt idx="80">
                  <c:v>0.089</c:v>
                </c:pt>
                <c:pt idx="81">
                  <c:v>0.0841</c:v>
                </c:pt>
                <c:pt idx="82">
                  <c:v>0.0796</c:v>
                </c:pt>
                <c:pt idx="83">
                  <c:v>0.0755</c:v>
                </c:pt>
                <c:pt idx="84">
                  <c:v>0.0716</c:v>
                </c:pt>
                <c:pt idx="85">
                  <c:v>0.0681</c:v>
                </c:pt>
                <c:pt idx="86">
                  <c:v>0.0648</c:v>
                </c:pt>
                <c:pt idx="87">
                  <c:v>0.0617</c:v>
                </c:pt>
                <c:pt idx="88">
                  <c:v>0.0588</c:v>
                </c:pt>
                <c:pt idx="89">
                  <c:v>0.0561</c:v>
                </c:pt>
                <c:pt idx="90">
                  <c:v>0.0536</c:v>
                </c:pt>
                <c:pt idx="91">
                  <c:v>0.0513</c:v>
                </c:pt>
                <c:pt idx="92">
                  <c:v>0.0491</c:v>
                </c:pt>
                <c:pt idx="93">
                  <c:v>0.0471</c:v>
                </c:pt>
                <c:pt idx="94">
                  <c:v>0.0451</c:v>
                </c:pt>
                <c:pt idx="95">
                  <c:v>0.0433</c:v>
                </c:pt>
                <c:pt idx="96">
                  <c:v>0.0416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pseudo-Voigt (η=0.5)</c:v>
                </c:pt>
              </c:strCache>
            </c:strRef>
          </c:tx>
          <c:spPr>
            <a:solidFill>
              <a:srgbClr val="0B6E62"/>
            </a:solidFill>
            <a:ln w="31750" cap="flat">
              <a:solidFill>
                <a:srgbClr val="0B6E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6E62"/>
              </a:solidFill>
              <a:ln w="9525" cap="flat">
                <a:solidFill>
                  <a:srgbClr val="0B6E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Sheet1!$A$2:$A$98</c:f>
              <c:multiLvlStrCache>
                <c:ptCount val="97"/>
                <c:lvl>
                  <c:pt idx="0">
                    <c:v>-12</c:v>
                  </c:pt>
                  <c:pt idx="1">
                    <c:v>-12</c:v>
                  </c:pt>
                  <c:pt idx="2">
                    <c:v>-11</c:v>
                  </c:pt>
                  <c:pt idx="3">
                    <c:v>-11</c:v>
                  </c:pt>
                  <c:pt idx="4">
                    <c:v>-11</c:v>
                  </c:pt>
                  <c:pt idx="5">
                    <c:v>-11</c:v>
                  </c:pt>
                  <c:pt idx="6">
                    <c:v>-10</c:v>
                  </c:pt>
                  <c:pt idx="7">
                    <c:v>-10</c:v>
                  </c:pt>
                  <c:pt idx="8">
                    <c:v>-10</c:v>
                  </c:pt>
                  <c:pt idx="9">
                    <c:v>-10</c:v>
                  </c:pt>
                  <c:pt idx="10">
                    <c:v>-9</c:v>
                  </c:pt>
                  <c:pt idx="11">
                    <c:v>-9</c:v>
                  </c:pt>
                  <c:pt idx="12">
                    <c:v>-9</c:v>
                  </c:pt>
                  <c:pt idx="13">
                    <c:v>-9</c:v>
                  </c:pt>
                  <c:pt idx="14">
                    <c:v>-8</c:v>
                  </c:pt>
                  <c:pt idx="15">
                    <c:v>-8</c:v>
                  </c:pt>
                  <c:pt idx="16">
                    <c:v>-8</c:v>
                  </c:pt>
                  <c:pt idx="17">
                    <c:v>-8</c:v>
                  </c:pt>
                  <c:pt idx="18">
                    <c:v>-7</c:v>
                  </c:pt>
                  <c:pt idx="19">
                    <c:v>-7</c:v>
                  </c:pt>
                  <c:pt idx="20">
                    <c:v>-7</c:v>
                  </c:pt>
                  <c:pt idx="21">
                    <c:v>-7</c:v>
                  </c:pt>
                  <c:pt idx="22">
                    <c:v>-6</c:v>
                  </c:pt>
                  <c:pt idx="23">
                    <c:v>-6</c:v>
                  </c:pt>
                  <c:pt idx="24">
                    <c:v>-6</c:v>
                  </c:pt>
                  <c:pt idx="25">
                    <c:v>-6</c:v>
                  </c:pt>
                  <c:pt idx="26">
                    <c:v>-5</c:v>
                  </c:pt>
                  <c:pt idx="27">
                    <c:v>-5</c:v>
                  </c:pt>
                  <c:pt idx="28">
                    <c:v>-5</c:v>
                  </c:pt>
                  <c:pt idx="29">
                    <c:v>-5</c:v>
                  </c:pt>
                  <c:pt idx="30">
                    <c:v>-4</c:v>
                  </c:pt>
                  <c:pt idx="31">
                    <c:v>-4</c:v>
                  </c:pt>
                  <c:pt idx="32">
                    <c:v>-4</c:v>
                  </c:pt>
                  <c:pt idx="33">
                    <c:v>-4</c:v>
                  </c:pt>
                  <c:pt idx="34">
                    <c:v>-3</c:v>
                  </c:pt>
                  <c:pt idx="35">
                    <c:v>-3</c:v>
                  </c:pt>
                  <c:pt idx="36">
                    <c:v>-3</c:v>
                  </c:pt>
                  <c:pt idx="37">
                    <c:v>-3</c:v>
                  </c:pt>
                  <c:pt idx="38">
                    <c:v>-2</c:v>
                  </c:pt>
                  <c:pt idx="39">
                    <c:v>-2</c:v>
                  </c:pt>
                  <c:pt idx="40">
                    <c:v>-2</c:v>
                  </c:pt>
                  <c:pt idx="41">
                    <c:v>-2</c:v>
                  </c:pt>
                  <c:pt idx="42">
                    <c:v>-1</c:v>
                  </c:pt>
                  <c:pt idx="43">
                    <c:v>-1</c:v>
                  </c:pt>
                  <c:pt idx="44">
                    <c:v>-1</c:v>
                  </c:pt>
                  <c:pt idx="45">
                    <c:v>-1</c:v>
                  </c:pt>
                  <c:pt idx="46">
                    <c:v>0</c:v>
                  </c:pt>
                  <c:pt idx="47">
                    <c:v>0</c:v>
                  </c:pt>
                  <c:pt idx="48">
                    <c:v>0</c:v>
                  </c:pt>
                  <c:pt idx="49">
                    <c:v>0</c:v>
                  </c:pt>
                  <c:pt idx="50">
                    <c:v>1</c:v>
                  </c:pt>
                  <c:pt idx="51">
                    <c:v>1</c:v>
                  </c:pt>
                  <c:pt idx="52">
                    <c:v>1</c:v>
                  </c:pt>
                  <c:pt idx="53">
                    <c:v>1</c:v>
                  </c:pt>
                  <c:pt idx="54">
                    <c:v>2</c:v>
                  </c:pt>
                  <c:pt idx="55">
                    <c:v>2</c:v>
                  </c:pt>
                  <c:pt idx="56">
                    <c:v>2</c:v>
                  </c:pt>
                  <c:pt idx="57">
                    <c:v>2</c:v>
                  </c:pt>
                  <c:pt idx="58">
                    <c:v>3</c:v>
                  </c:pt>
                  <c:pt idx="59">
                    <c:v>3</c:v>
                  </c:pt>
                  <c:pt idx="60">
                    <c:v>3</c:v>
                  </c:pt>
                  <c:pt idx="61">
                    <c:v>3</c:v>
                  </c:pt>
                  <c:pt idx="62">
                    <c:v>4</c:v>
                  </c:pt>
                  <c:pt idx="63">
                    <c:v>4</c:v>
                  </c:pt>
                  <c:pt idx="64">
                    <c:v>4</c:v>
                  </c:pt>
                  <c:pt idx="65">
                    <c:v>4</c:v>
                  </c:pt>
                  <c:pt idx="66">
                    <c:v>5</c:v>
                  </c:pt>
                  <c:pt idx="67">
                    <c:v>5</c:v>
                  </c:pt>
                  <c:pt idx="68">
                    <c:v>5</c:v>
                  </c:pt>
                  <c:pt idx="69">
                    <c:v>5</c:v>
                  </c:pt>
                  <c:pt idx="70">
                    <c:v>6</c:v>
                  </c:pt>
                  <c:pt idx="71">
                    <c:v>6</c:v>
                  </c:pt>
                  <c:pt idx="72">
                    <c:v>6</c:v>
                  </c:pt>
                  <c:pt idx="73">
                    <c:v>6</c:v>
                  </c:pt>
                  <c:pt idx="74">
                    <c:v>7</c:v>
                  </c:pt>
                  <c:pt idx="75">
                    <c:v>7</c:v>
                  </c:pt>
                  <c:pt idx="76">
                    <c:v>7</c:v>
                  </c:pt>
                  <c:pt idx="77">
                    <c:v>7</c:v>
                  </c:pt>
                  <c:pt idx="78">
                    <c:v>8</c:v>
                  </c:pt>
                  <c:pt idx="79">
                    <c:v>8</c:v>
                  </c:pt>
                  <c:pt idx="80">
                    <c:v>8</c:v>
                  </c:pt>
                  <c:pt idx="81">
                    <c:v>8</c:v>
                  </c:pt>
                  <c:pt idx="82">
                    <c:v>9</c:v>
                  </c:pt>
                  <c:pt idx="83">
                    <c:v>9</c:v>
                  </c:pt>
                  <c:pt idx="84">
                    <c:v>9</c:v>
                  </c:pt>
                  <c:pt idx="85">
                    <c:v>9</c:v>
                  </c:pt>
                  <c:pt idx="86">
                    <c:v>10</c:v>
                  </c:pt>
                  <c:pt idx="87">
                    <c:v>10</c:v>
                  </c:pt>
                  <c:pt idx="88">
                    <c:v>10</c:v>
                  </c:pt>
                  <c:pt idx="89">
                    <c:v>10</c:v>
                  </c:pt>
                  <c:pt idx="90">
                    <c:v>11</c:v>
                  </c:pt>
                  <c:pt idx="91">
                    <c:v>11</c:v>
                  </c:pt>
                  <c:pt idx="92">
                    <c:v>11</c:v>
                  </c:pt>
                  <c:pt idx="93">
                    <c:v>11</c:v>
                  </c:pt>
                  <c:pt idx="94">
                    <c:v>12</c:v>
                  </c:pt>
                  <c:pt idx="95">
                    <c:v>12</c:v>
                  </c:pt>
                  <c:pt idx="96">
                    <c:v>12</c:v>
                  </c:pt>
                </c:lvl>
              </c:multiLvlStrCache>
            </c:multiLvlStrRef>
          </c:cat>
          <c:val>
            <c:numRef>
              <c:f>Sheet1!$D$2:$D$98</c:f>
              <c:numCache>
                <c:formatCode>General</c:formatCode>
                <c:ptCount val="97"/>
                <c:pt idx="0">
                  <c:v>0.0168</c:v>
                </c:pt>
                <c:pt idx="1">
                  <c:v>0.0175</c:v>
                </c:pt>
                <c:pt idx="2">
                  <c:v>0.0182</c:v>
                </c:pt>
                <c:pt idx="3">
                  <c:v>0.019</c:v>
                </c:pt>
                <c:pt idx="4">
                  <c:v>0.0198</c:v>
                </c:pt>
                <c:pt idx="5">
                  <c:v>0.0207</c:v>
                </c:pt>
                <c:pt idx="6">
                  <c:v>0.0217</c:v>
                </c:pt>
                <c:pt idx="7">
                  <c:v>0.0227</c:v>
                </c:pt>
                <c:pt idx="8">
                  <c:v>0.0238</c:v>
                </c:pt>
                <c:pt idx="9">
                  <c:v>0.0249</c:v>
                </c:pt>
                <c:pt idx="10">
                  <c:v>0.0262</c:v>
                </c:pt>
                <c:pt idx="11">
                  <c:v>0.0275</c:v>
                </c:pt>
                <c:pt idx="12">
                  <c:v>0.029</c:v>
                </c:pt>
                <c:pt idx="13">
                  <c:v>0.0306</c:v>
                </c:pt>
                <c:pt idx="14">
                  <c:v>0.0324</c:v>
                </c:pt>
                <c:pt idx="15">
                  <c:v>0.0343</c:v>
                </c:pt>
                <c:pt idx="16">
                  <c:v>0.0364</c:v>
                </c:pt>
                <c:pt idx="17">
                  <c:v>0.0388</c:v>
                </c:pt>
                <c:pt idx="18">
                  <c:v>0.0416</c:v>
                </c:pt>
                <c:pt idx="19">
                  <c:v>0.0447</c:v>
                </c:pt>
                <c:pt idx="20">
                  <c:v>0.0483</c:v>
                </c:pt>
                <c:pt idx="21">
                  <c:v>0.0525</c:v>
                </c:pt>
                <c:pt idx="22">
                  <c:v>0.0576</c:v>
                </c:pt>
                <c:pt idx="23">
                  <c:v>0.0635</c:v>
                </c:pt>
                <c:pt idx="24">
                  <c:v>0.0708</c:v>
                </c:pt>
                <c:pt idx="25">
                  <c:v>0.0795</c:v>
                </c:pt>
                <c:pt idx="26">
                  <c:v>0.09</c:v>
                </c:pt>
                <c:pt idx="27">
                  <c:v>0.1027</c:v>
                </c:pt>
                <c:pt idx="28">
                  <c:v>0.118</c:v>
                </c:pt>
                <c:pt idx="29">
                  <c:v>0.1364</c:v>
                </c:pt>
                <c:pt idx="30">
                  <c:v>0.1584</c:v>
                </c:pt>
                <c:pt idx="31">
                  <c:v>0.1843</c:v>
                </c:pt>
                <c:pt idx="32">
                  <c:v>0.2145</c:v>
                </c:pt>
                <c:pt idx="33">
                  <c:v>0.2496</c:v>
                </c:pt>
                <c:pt idx="34">
                  <c:v>0.2897</c:v>
                </c:pt>
                <c:pt idx="35">
                  <c:v>0.3349</c:v>
                </c:pt>
                <c:pt idx="36">
                  <c:v>0.3852</c:v>
                </c:pt>
                <c:pt idx="37">
                  <c:v>0.4404</c:v>
                </c:pt>
                <c:pt idx="38">
                  <c:v>0.5</c:v>
                </c:pt>
                <c:pt idx="39">
                  <c:v>0.5632</c:v>
                </c:pt>
                <c:pt idx="40">
                  <c:v>0.6288</c:v>
                </c:pt>
                <c:pt idx="41">
                  <c:v>0.6955</c:v>
                </c:pt>
                <c:pt idx="42">
                  <c:v>0.7614</c:v>
                </c:pt>
                <c:pt idx="43">
                  <c:v>0.8244</c:v>
                </c:pt>
                <c:pt idx="44">
                  <c:v>0.8817</c:v>
                </c:pt>
                <c:pt idx="45">
                  <c:v>0.9306</c:v>
                </c:pt>
                <c:pt idx="46">
                  <c:v>0.9682</c:v>
                </c:pt>
                <c:pt idx="47">
                  <c:v>0.9919</c:v>
                </c:pt>
                <c:pt idx="48">
                  <c:v>1</c:v>
                </c:pt>
                <c:pt idx="49">
                  <c:v>0.9919</c:v>
                </c:pt>
                <c:pt idx="50">
                  <c:v>0.9682</c:v>
                </c:pt>
                <c:pt idx="51">
                  <c:v>0.9306</c:v>
                </c:pt>
                <c:pt idx="52">
                  <c:v>0.8817</c:v>
                </c:pt>
                <c:pt idx="53">
                  <c:v>0.8244</c:v>
                </c:pt>
                <c:pt idx="54">
                  <c:v>0.7614</c:v>
                </c:pt>
                <c:pt idx="55">
                  <c:v>0.6955</c:v>
                </c:pt>
                <c:pt idx="56">
                  <c:v>0.6288</c:v>
                </c:pt>
                <c:pt idx="57">
                  <c:v>0.5632</c:v>
                </c:pt>
                <c:pt idx="58">
                  <c:v>0.5</c:v>
                </c:pt>
                <c:pt idx="59">
                  <c:v>0.4404</c:v>
                </c:pt>
                <c:pt idx="60">
                  <c:v>0.3852</c:v>
                </c:pt>
                <c:pt idx="61">
                  <c:v>0.3349</c:v>
                </c:pt>
                <c:pt idx="62">
                  <c:v>0.2897</c:v>
                </c:pt>
                <c:pt idx="63">
                  <c:v>0.2496</c:v>
                </c:pt>
                <c:pt idx="64">
                  <c:v>0.2145</c:v>
                </c:pt>
                <c:pt idx="65">
                  <c:v>0.1843</c:v>
                </c:pt>
                <c:pt idx="66">
                  <c:v>0.1584</c:v>
                </c:pt>
                <c:pt idx="67">
                  <c:v>0.1364</c:v>
                </c:pt>
                <c:pt idx="68">
                  <c:v>0.118</c:v>
                </c:pt>
                <c:pt idx="69">
                  <c:v>0.1027</c:v>
                </c:pt>
                <c:pt idx="70">
                  <c:v>0.09</c:v>
                </c:pt>
                <c:pt idx="71">
                  <c:v>0.0795</c:v>
                </c:pt>
                <c:pt idx="72">
                  <c:v>0.0708</c:v>
                </c:pt>
                <c:pt idx="73">
                  <c:v>0.0635</c:v>
                </c:pt>
                <c:pt idx="74">
                  <c:v>0.0576</c:v>
                </c:pt>
                <c:pt idx="75">
                  <c:v>0.0525</c:v>
                </c:pt>
                <c:pt idx="76">
                  <c:v>0.0483</c:v>
                </c:pt>
                <c:pt idx="77">
                  <c:v>0.0447</c:v>
                </c:pt>
                <c:pt idx="78">
                  <c:v>0.0416</c:v>
                </c:pt>
                <c:pt idx="79">
                  <c:v>0.0388</c:v>
                </c:pt>
                <c:pt idx="80">
                  <c:v>0.0364</c:v>
                </c:pt>
                <c:pt idx="81">
                  <c:v>0.0343</c:v>
                </c:pt>
                <c:pt idx="82">
                  <c:v>0.0324</c:v>
                </c:pt>
                <c:pt idx="83">
                  <c:v>0.0306</c:v>
                </c:pt>
                <c:pt idx="84">
                  <c:v>0.029</c:v>
                </c:pt>
                <c:pt idx="85">
                  <c:v>0.0275</c:v>
                </c:pt>
                <c:pt idx="86">
                  <c:v>0.0262</c:v>
                </c:pt>
                <c:pt idx="87">
                  <c:v>0.0249</c:v>
                </c:pt>
                <c:pt idx="88">
                  <c:v>0.0238</c:v>
                </c:pt>
                <c:pt idx="89">
                  <c:v>0.0227</c:v>
                </c:pt>
                <c:pt idx="90">
                  <c:v>0.0217</c:v>
                </c:pt>
                <c:pt idx="91">
                  <c:v>0.0207</c:v>
                </c:pt>
                <c:pt idx="92">
                  <c:v>0.0198</c:v>
                </c:pt>
                <c:pt idx="93">
                  <c:v>0.019</c:v>
                </c:pt>
                <c:pt idx="94">
                  <c:v>0.0182</c:v>
                </c:pt>
                <c:pt idx="95">
                  <c:v>0.0175</c:v>
                </c:pt>
                <c:pt idx="96">
                  <c:v>0.0168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중심에서의 거리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6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높이 정규화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1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잔차</c:v>
                </c:pt>
              </c:strCache>
            </c:strRef>
          </c:tx>
          <c:spPr>
            <a:solidFill>
              <a:srgbClr val="0B6E62"/>
            </a:solidFill>
            <a:ln w="19050" cap="flat">
              <a:solidFill>
                <a:srgbClr val="0B6E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6E62"/>
              </a:solidFill>
              <a:ln w="9525" cap="flat">
                <a:solidFill>
                  <a:srgbClr val="0B6E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350</c:v>
                  </c:pt>
                  <c:pt idx="1">
                    <c:v>352</c:v>
                  </c:pt>
                  <c:pt idx="2">
                    <c:v>354</c:v>
                  </c:pt>
                  <c:pt idx="3">
                    <c:v>355</c:v>
                  </c:pt>
                  <c:pt idx="4">
                    <c:v>357</c:v>
                  </c:pt>
                  <c:pt idx="5">
                    <c:v>358</c:v>
                  </c:pt>
                  <c:pt idx="6">
                    <c:v>360</c:v>
                  </c:pt>
                  <c:pt idx="7">
                    <c:v>362</c:v>
                  </c:pt>
                  <c:pt idx="8">
                    <c:v>363</c:v>
                  </c:pt>
                  <c:pt idx="9">
                    <c:v>365</c:v>
                  </c:pt>
                  <c:pt idx="10">
                    <c:v>366</c:v>
                  </c:pt>
                  <c:pt idx="11">
                    <c:v>368</c:v>
                  </c:pt>
                  <c:pt idx="12">
                    <c:v>370</c:v>
                  </c:pt>
                  <c:pt idx="13">
                    <c:v>371</c:v>
                  </c:pt>
                  <c:pt idx="14">
                    <c:v>373</c:v>
                  </c:pt>
                  <c:pt idx="15">
                    <c:v>374</c:v>
                  </c:pt>
                  <c:pt idx="16">
                    <c:v>376</c:v>
                  </c:pt>
                  <c:pt idx="17">
                    <c:v>378</c:v>
                  </c:pt>
                  <c:pt idx="18">
                    <c:v>379</c:v>
                  </c:pt>
                  <c:pt idx="19">
                    <c:v>381</c:v>
                  </c:pt>
                  <c:pt idx="20">
                    <c:v>382</c:v>
                  </c:pt>
                  <c:pt idx="21">
                    <c:v>384</c:v>
                  </c:pt>
                  <c:pt idx="22">
                    <c:v>386</c:v>
                  </c:pt>
                  <c:pt idx="23">
                    <c:v>387</c:v>
                  </c:pt>
                  <c:pt idx="24">
                    <c:v>389</c:v>
                  </c:pt>
                  <c:pt idx="25">
                    <c:v>390</c:v>
                  </c:pt>
                  <c:pt idx="26">
                    <c:v>392</c:v>
                  </c:pt>
                  <c:pt idx="27">
                    <c:v>394</c:v>
                  </c:pt>
                  <c:pt idx="28">
                    <c:v>395</c:v>
                  </c:pt>
                  <c:pt idx="29">
                    <c:v>397</c:v>
                  </c:pt>
                  <c:pt idx="30">
                    <c:v>398</c:v>
                  </c:pt>
                  <c:pt idx="31">
                    <c:v>400</c:v>
                  </c:pt>
                  <c:pt idx="32">
                    <c:v>402</c:v>
                  </c:pt>
                  <c:pt idx="33">
                    <c:v>403</c:v>
                  </c:pt>
                  <c:pt idx="34">
                    <c:v>405</c:v>
                  </c:pt>
                  <c:pt idx="35">
                    <c:v>406</c:v>
                  </c:pt>
                  <c:pt idx="36">
                    <c:v>408</c:v>
                  </c:pt>
                  <c:pt idx="37">
                    <c:v>410</c:v>
                  </c:pt>
                  <c:pt idx="38">
                    <c:v>411</c:v>
                  </c:pt>
                  <c:pt idx="39">
                    <c:v>413</c:v>
                  </c:pt>
                  <c:pt idx="40">
                    <c:v>414</c:v>
                  </c:pt>
                  <c:pt idx="41">
                    <c:v>416</c:v>
                  </c:pt>
                  <c:pt idx="42">
                    <c:v>418</c:v>
                  </c:pt>
                  <c:pt idx="43">
                    <c:v>419</c:v>
                  </c:pt>
                  <c:pt idx="44">
                    <c:v>421</c:v>
                  </c:pt>
                  <c:pt idx="45">
                    <c:v>422</c:v>
                  </c:pt>
                  <c:pt idx="46">
                    <c:v>424</c:v>
                  </c:pt>
                  <c:pt idx="47">
                    <c:v>426</c:v>
                  </c:pt>
                  <c:pt idx="48">
                    <c:v>427</c:v>
                  </c:pt>
                  <c:pt idx="49">
                    <c:v>429</c:v>
                  </c:pt>
                  <c:pt idx="50">
                    <c:v>430</c:v>
                  </c:pt>
                  <c:pt idx="51">
                    <c:v>432</c:v>
                  </c:pt>
                  <c:pt idx="52">
                    <c:v>434</c:v>
                  </c:pt>
                  <c:pt idx="53">
                    <c:v>435</c:v>
                  </c:pt>
                  <c:pt idx="54">
                    <c:v>437</c:v>
                  </c:pt>
                  <c:pt idx="55">
                    <c:v>438</c:v>
                  </c:pt>
                  <c:pt idx="56">
                    <c:v>440</c:v>
                  </c:pt>
                  <c:pt idx="57">
                    <c:v>442</c:v>
                  </c:pt>
                  <c:pt idx="58">
                    <c:v>443</c:v>
                  </c:pt>
                  <c:pt idx="59">
                    <c:v>445</c:v>
                  </c:pt>
                  <c:pt idx="60">
                    <c:v>446</c:v>
                  </c:pt>
                  <c:pt idx="61">
                    <c:v>448</c:v>
                  </c:pt>
                  <c:pt idx="62">
                    <c:v>450</c:v>
                  </c:pt>
                  <c:pt idx="63">
                    <c:v>451</c:v>
                  </c:pt>
                  <c:pt idx="64">
                    <c:v>453</c:v>
                  </c:pt>
                  <c:pt idx="65">
                    <c:v>454</c:v>
                  </c:pt>
                  <c:pt idx="66">
                    <c:v>456</c:v>
                  </c:pt>
                  <c:pt idx="67">
                    <c:v>458</c:v>
                  </c:pt>
                  <c:pt idx="68">
                    <c:v>459</c:v>
                  </c:pt>
                  <c:pt idx="69">
                    <c:v>461</c:v>
                  </c:pt>
                  <c:pt idx="70">
                    <c:v>462</c:v>
                  </c:pt>
                  <c:pt idx="71">
                    <c:v>464</c:v>
                  </c:pt>
                  <c:pt idx="72">
                    <c:v>466</c:v>
                  </c:pt>
                  <c:pt idx="73">
                    <c:v>467</c:v>
                  </c:pt>
                  <c:pt idx="74">
                    <c:v>469</c:v>
                  </c:pt>
                  <c:pt idx="75">
                    <c:v>470</c:v>
                  </c:pt>
                  <c:pt idx="76">
                    <c:v>472</c:v>
                  </c:pt>
                  <c:pt idx="77">
                    <c:v>474</c:v>
                  </c:pt>
                  <c:pt idx="78">
                    <c:v>475</c:v>
                  </c:pt>
                  <c:pt idx="79">
                    <c:v>477</c:v>
                  </c:pt>
                  <c:pt idx="80">
                    <c:v>478</c:v>
                  </c:pt>
                  <c:pt idx="81">
                    <c:v>480</c:v>
                  </c:pt>
                  <c:pt idx="82">
                    <c:v>482</c:v>
                  </c:pt>
                </c:lvl>
              </c:multiLvlStrCache>
            </c:multiLvlStrRef>
          </c:cat>
          <c:val>
            <c:numRef>
              <c:f>Sheet1!$B$2:$B$84</c:f>
              <c:numCache>
                <c:formatCode>General</c:formatCode>
                <c:ptCount val="83"/>
                <c:pt idx="0">
                  <c:v>-0.29</c:v>
                </c:pt>
                <c:pt idx="1">
                  <c:v>-1.84</c:v>
                </c:pt>
                <c:pt idx="2">
                  <c:v>-0.63</c:v>
                </c:pt>
                <c:pt idx="3">
                  <c:v>3.43</c:v>
                </c:pt>
                <c:pt idx="4">
                  <c:v>4.39</c:v>
                </c:pt>
                <c:pt idx="5">
                  <c:v>1.33</c:v>
                </c:pt>
                <c:pt idx="6">
                  <c:v>0.54</c:v>
                </c:pt>
                <c:pt idx="7">
                  <c:v>-2.51</c:v>
                </c:pt>
                <c:pt idx="8">
                  <c:v>0.9</c:v>
                </c:pt>
                <c:pt idx="9">
                  <c:v>-0.41</c:v>
                </c:pt>
                <c:pt idx="10">
                  <c:v>1.74</c:v>
                </c:pt>
                <c:pt idx="11">
                  <c:v>0.97</c:v>
                </c:pt>
                <c:pt idx="12">
                  <c:v>-0.89</c:v>
                </c:pt>
                <c:pt idx="13">
                  <c:v>3.37</c:v>
                </c:pt>
                <c:pt idx="14">
                  <c:v>2.67</c:v>
                </c:pt>
                <c:pt idx="15">
                  <c:v>-0.24</c:v>
                </c:pt>
                <c:pt idx="16">
                  <c:v>-4.02</c:v>
                </c:pt>
                <c:pt idx="17">
                  <c:v>2.62</c:v>
                </c:pt>
                <c:pt idx="18">
                  <c:v>1.11</c:v>
                </c:pt>
                <c:pt idx="19">
                  <c:v>-4.53</c:v>
                </c:pt>
                <c:pt idx="20">
                  <c:v>3.57</c:v>
                </c:pt>
                <c:pt idx="21">
                  <c:v>0.93</c:v>
                </c:pt>
                <c:pt idx="22">
                  <c:v>1.24</c:v>
                </c:pt>
                <c:pt idx="23">
                  <c:v>0.72</c:v>
                </c:pt>
                <c:pt idx="24">
                  <c:v>-2.44</c:v>
                </c:pt>
                <c:pt idx="25">
                  <c:v>-2.49</c:v>
                </c:pt>
                <c:pt idx="26">
                  <c:v>-2.23</c:v>
                </c:pt>
                <c:pt idx="27">
                  <c:v>2.65</c:v>
                </c:pt>
                <c:pt idx="28">
                  <c:v>-7.74</c:v>
                </c:pt>
                <c:pt idx="29">
                  <c:v>1.32</c:v>
                </c:pt>
                <c:pt idx="30">
                  <c:v>-1.75</c:v>
                </c:pt>
                <c:pt idx="31">
                  <c:v>-3.39</c:v>
                </c:pt>
                <c:pt idx="32">
                  <c:v>1.75</c:v>
                </c:pt>
                <c:pt idx="33">
                  <c:v>3.09</c:v>
                </c:pt>
                <c:pt idx="34">
                  <c:v>-1.06</c:v>
                </c:pt>
                <c:pt idx="35">
                  <c:v>-0.2</c:v>
                </c:pt>
                <c:pt idx="36">
                  <c:v>1.75</c:v>
                </c:pt>
                <c:pt idx="37">
                  <c:v>1.53</c:v>
                </c:pt>
                <c:pt idx="38">
                  <c:v>3.35</c:v>
                </c:pt>
                <c:pt idx="39">
                  <c:v>4</c:v>
                </c:pt>
                <c:pt idx="40">
                  <c:v>-2.51</c:v>
                </c:pt>
                <c:pt idx="41">
                  <c:v>2.95</c:v>
                </c:pt>
                <c:pt idx="42">
                  <c:v>-1.79</c:v>
                </c:pt>
                <c:pt idx="43">
                  <c:v>-4.13</c:v>
                </c:pt>
                <c:pt idx="44">
                  <c:v>3.15</c:v>
                </c:pt>
                <c:pt idx="45">
                  <c:v>-2.95</c:v>
                </c:pt>
                <c:pt idx="46">
                  <c:v>-3.48</c:v>
                </c:pt>
                <c:pt idx="47">
                  <c:v>2.29</c:v>
                </c:pt>
                <c:pt idx="48">
                  <c:v>1.61</c:v>
                </c:pt>
                <c:pt idx="49">
                  <c:v>0.78</c:v>
                </c:pt>
                <c:pt idx="50">
                  <c:v>1.01</c:v>
                </c:pt>
                <c:pt idx="51">
                  <c:v>-1.96</c:v>
                </c:pt>
                <c:pt idx="52">
                  <c:v>2.38</c:v>
                </c:pt>
                <c:pt idx="53">
                  <c:v>3.54</c:v>
                </c:pt>
                <c:pt idx="54">
                  <c:v>2.41</c:v>
                </c:pt>
                <c:pt idx="55">
                  <c:v>-4.56</c:v>
                </c:pt>
                <c:pt idx="56">
                  <c:v>-2.74</c:v>
                </c:pt>
                <c:pt idx="57">
                  <c:v>0.25</c:v>
                </c:pt>
                <c:pt idx="58">
                  <c:v>-3.67</c:v>
                </c:pt>
                <c:pt idx="59">
                  <c:v>0.24</c:v>
                </c:pt>
                <c:pt idx="60">
                  <c:v>3.47</c:v>
                </c:pt>
                <c:pt idx="61">
                  <c:v>2.73</c:v>
                </c:pt>
                <c:pt idx="62">
                  <c:v>3.2</c:v>
                </c:pt>
                <c:pt idx="63">
                  <c:v>3.57</c:v>
                </c:pt>
                <c:pt idx="64">
                  <c:v>1.31</c:v>
                </c:pt>
                <c:pt idx="65">
                  <c:v>1.34</c:v>
                </c:pt>
                <c:pt idx="66">
                  <c:v>-0.74</c:v>
                </c:pt>
                <c:pt idx="67">
                  <c:v>0.16</c:v>
                </c:pt>
                <c:pt idx="68">
                  <c:v>3.86</c:v>
                </c:pt>
                <c:pt idx="69">
                  <c:v>0.99</c:v>
                </c:pt>
                <c:pt idx="70">
                  <c:v>-0.7</c:v>
                </c:pt>
                <c:pt idx="71">
                  <c:v>-3.56</c:v>
                </c:pt>
                <c:pt idx="72">
                  <c:v>0.59</c:v>
                </c:pt>
                <c:pt idx="73">
                  <c:v>-6.34</c:v>
                </c:pt>
                <c:pt idx="74">
                  <c:v>-0.13</c:v>
                </c:pt>
                <c:pt idx="75">
                  <c:v>-0.09</c:v>
                </c:pt>
                <c:pt idx="76">
                  <c:v>0.28</c:v>
                </c:pt>
                <c:pt idx="77">
                  <c:v>-4.25</c:v>
                </c:pt>
                <c:pt idx="78">
                  <c:v>2.71</c:v>
                </c:pt>
                <c:pt idx="79">
                  <c:v>-0.14</c:v>
                </c:pt>
                <c:pt idx="80">
                  <c:v>0.58</c:v>
                </c:pt>
                <c:pt idx="81">
                  <c:v>-1.23</c:v>
                </c:pt>
                <c:pt idx="82">
                  <c:v>2.08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Raman shift (cm⁻¹)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잔차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0B6E6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2피크</c:v>
                  </c:pt>
                  <c:pt idx="1">
                    <c:v>3피크</c:v>
                  </c:pt>
                  <c:pt idx="2">
                    <c:v>4피크</c:v>
                  </c:pt>
                  <c:pt idx="3">
                    <c:v>5피크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417.2</c:v>
                </c:pt>
                <c:pt idx="1">
                  <c:v>378.6</c:v>
                </c:pt>
                <c:pt idx="2">
                  <c:v>387.1</c:v>
                </c:pt>
                <c:pt idx="3">
                  <c:v>255.3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BIC</c:v>
                </c:pt>
              </c:strCache>
            </c:strRef>
          </c:tx>
          <c:spPr>
            <a:solidFill>
              <a:srgbClr val="C49A1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2피크</c:v>
                  </c:pt>
                  <c:pt idx="1">
                    <c:v>3피크</c:v>
                  </c:pt>
                  <c:pt idx="2">
                    <c:v>4피크</c:v>
                  </c:pt>
                  <c:pt idx="3">
                    <c:v>5피크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444.4</c:v>
                </c:pt>
                <c:pt idx="1">
                  <c:v>416.6</c:v>
                </c:pt>
                <c:pt idx="2">
                  <c:v>436.1</c:v>
                </c:pt>
                <c:pt idx="3">
                  <c:v>315.1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7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후보 모델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11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7211F"/>
                    </a:solidFill>
                    <a:latin typeface="+mn-lt"/>
                  </a:rPr>
                  <a:t>낮을수록 좋음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1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1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pipeline.py의 MoS2Pipeline.run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단층의 정확한 대칭 표기는 E′와 A1′이고, 코드와 많은 논문은 벌크 표기를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6_Sample_Comparison.py의 _compute_eps_n이 2x2 연립방정식을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코드의 라벨은 peak 위치 기반입니다.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프로그램으로 피팅한 합성 스펙트럼입니다. 참값은 E2g 385, A1g 404, LO 378, 2LA 450이며 ZO는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T1: 참값 A1g FWHM 6, eta 0.6, 곁피크 없음. 4피크 모델 A1g FWHM 5.2-5.3.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R²는 코드에서 비교 구간의 원본 y(배경 포함)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AIC, BIC 값은 합성 스펙트럼 1개에 대한 실제 출력입니다.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x_min 340, x_max 430은 자동 Raman 피팅에서 쓰이지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MoS2 Raman·PL 분석 원리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물리적 의미, 피팅 기초, 그리고 이 프로그램이 실제로 하는 일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코드 기준: fix/remaining-hardcoded-config @ 2a7dbee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먼저 기억할 다섯 가지</a:t>
            </a:r>
            <a:endParaRPr lang="en-US" sz="3000" dirty="0"/>
          </a:p>
        </p:txBody>
      </p:sp>
      <p:sp>
        <p:nvSpPr>
          <p:cNvPr id="3" name="번호1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2893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배경을 미리 빼지 않습니다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733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배경은 피팅 식 안의 직선으로, 피크와 함께 구합니다.</a:t>
            </a:r>
            <a:endParaRPr lang="en-US" sz="1500" dirty="0"/>
          </a:p>
        </p:txBody>
      </p:sp>
      <p:sp>
        <p:nvSpPr>
          <p:cNvPr id="6" name="번호2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강한 피크부터 잡습니다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33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2피크 모델의 E2g·A1g 위치를 기준으로 약한 곁피크를 찾습니다.</a:t>
            </a:r>
            <a:endParaRPr lang="en-US" sz="1500" dirty="0"/>
          </a:p>
        </p:txBody>
      </p:sp>
      <p:sp>
        <p:nvSpPr>
          <p:cNvPr id="9" name="번호3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095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피크 개수는 점수로 고릅니다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93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후보 모델을 모두 피팅하고 같은 구간에서 AIC로 비교합니다.</a:t>
            </a:r>
            <a:endParaRPr lang="en-US" sz="1500" dirty="0"/>
          </a:p>
        </p:txBody>
      </p:sp>
      <p:sp>
        <p:nvSpPr>
          <p:cNvPr id="12" name="번호4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1696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위치는 튼튼하고 면적은 약합니다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537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합성 시험에서 위치 오차는 약 0.1 cm⁻¹, 면적 오차는 최대 34%였습니다.</a:t>
            </a:r>
            <a:endParaRPr lang="en-US" sz="1500" dirty="0"/>
          </a:p>
        </p:txBody>
      </p:sp>
      <p:sp>
        <p:nvSpPr>
          <p:cNvPr id="15" name="번호5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129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valid는 물리적 보증이 아닙니다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513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정해 둔 검사를 통과했다는 뜻이며, 해석은 사람이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스펙트럼 하나가 지나가는 길</a:t>
            </a:r>
            <a:endParaRPr lang="en-US" sz="3000" dirty="0"/>
          </a:p>
        </p:txBody>
      </p:sp>
      <p:sp>
        <p:nvSpPr>
          <p:cNvPr id="4" name="단계1"/>
          <p:cNvSpPr/>
          <p:nvPr/>
        </p:nvSpPr>
        <p:spPr>
          <a:xfrm>
            <a:off x="548640" y="13716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읽기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x, y와 맵 좌표. PL은 nm→eV</a:t>
            </a:r>
            <a:endParaRPr lang="en-US" sz="1400" dirty="0"/>
          </a:p>
        </p:txBody>
      </p:sp>
      <p:sp>
        <p:nvSpPr>
          <p:cNvPr id="7" name="화살표"/>
          <p:cNvSpPr/>
          <p:nvPr/>
        </p:nvSpPr>
        <p:spPr>
          <a:xfrm>
            <a:off x="3950208" y="20116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단계2"/>
          <p:cNvSpPr/>
          <p:nvPr/>
        </p:nvSpPr>
        <p:spPr>
          <a:xfrm>
            <a:off x="4297680" y="13716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48056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입력 검사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길이 불일치, 5점 미만 제외</a:t>
            </a:r>
            <a:endParaRPr lang="en-US" sz="1400" dirty="0"/>
          </a:p>
        </p:txBody>
      </p:sp>
      <p:sp>
        <p:nvSpPr>
          <p:cNvPr id="11" name="화살표"/>
          <p:cNvSpPr/>
          <p:nvPr/>
        </p:nvSpPr>
        <p:spPr>
          <a:xfrm>
            <a:off x="7699248" y="20116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단계3"/>
          <p:cNvSpPr/>
          <p:nvPr/>
        </p:nvSpPr>
        <p:spPr>
          <a:xfrm>
            <a:off x="8046720" y="13716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전처리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Raman Si 보정, PL 스파이크 제거</a:t>
            </a:r>
            <a:endParaRPr lang="en-US" sz="1400" dirty="0"/>
          </a:p>
        </p:txBody>
      </p:sp>
      <p:sp>
        <p:nvSpPr>
          <p:cNvPr id="15" name="단계4"/>
          <p:cNvSpPr/>
          <p:nvPr/>
        </p:nvSpPr>
        <p:spPr>
          <a:xfrm>
            <a:off x="548640" y="2971800"/>
            <a:ext cx="3383280" cy="1280160"/>
          </a:xfrm>
          <a:prstGeom prst="rect">
            <a:avLst/>
          </a:prstGeom>
          <a:solidFill>
            <a:srgbClr val="FBEAD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4. 배경 단계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현재 0 반환, 아무것도 안 뺌</a:t>
            </a:r>
            <a:endParaRPr lang="en-US" sz="1400" dirty="0"/>
          </a:p>
        </p:txBody>
      </p:sp>
      <p:sp>
        <p:nvSpPr>
          <p:cNvPr id="18" name="화살표"/>
          <p:cNvSpPr/>
          <p:nvPr/>
        </p:nvSpPr>
        <p:spPr>
          <a:xfrm>
            <a:off x="3950208" y="36118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단계5"/>
          <p:cNvSpPr/>
          <p:nvPr/>
        </p:nvSpPr>
        <p:spPr>
          <a:xfrm>
            <a:off x="4297680" y="29718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48056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 신호 검사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Raman E2g·A1g SNR</a:t>
            </a:r>
            <a:endParaRPr lang="en-US" sz="1400" dirty="0"/>
          </a:p>
        </p:txBody>
      </p:sp>
      <p:sp>
        <p:nvSpPr>
          <p:cNvPr id="22" name="화살표"/>
          <p:cNvSpPr/>
          <p:nvPr/>
        </p:nvSpPr>
        <p:spPr>
          <a:xfrm>
            <a:off x="7699248" y="36118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단계6"/>
          <p:cNvSpPr/>
          <p:nvPr/>
        </p:nvSpPr>
        <p:spPr>
          <a:xfrm>
            <a:off x="8046720" y="29718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 후보 피팅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Raman 4개, PL 3개 모델</a:t>
            </a:r>
            <a:endParaRPr lang="en-US" sz="1400" dirty="0"/>
          </a:p>
        </p:txBody>
      </p:sp>
      <p:sp>
        <p:nvSpPr>
          <p:cNvPr id="26" name="단계7"/>
          <p:cNvSpPr/>
          <p:nvPr/>
        </p:nvSpPr>
        <p:spPr>
          <a:xfrm>
            <a:off x="548640" y="45720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7. 모델 선택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같은 구간의 점수로 선택</a:t>
            </a:r>
            <a:endParaRPr lang="en-US" sz="1400" dirty="0"/>
          </a:p>
        </p:txBody>
      </p:sp>
      <p:sp>
        <p:nvSpPr>
          <p:cNvPr id="29" name="화살표"/>
          <p:cNvSpPr/>
          <p:nvPr/>
        </p:nvSpPr>
        <p:spPr>
          <a:xfrm>
            <a:off x="3950208" y="52120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단계8"/>
          <p:cNvSpPr/>
          <p:nvPr/>
        </p:nvSpPr>
        <p:spPr>
          <a:xfrm>
            <a:off x="4297680" y="45720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48056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8. 사후 검사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48056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Δ, R², RMSE, 폭, 순서</a:t>
            </a:r>
            <a:endParaRPr lang="en-US" sz="1400" dirty="0"/>
          </a:p>
        </p:txBody>
      </p:sp>
      <p:sp>
        <p:nvSpPr>
          <p:cNvPr id="33" name="화살표"/>
          <p:cNvSpPr/>
          <p:nvPr/>
        </p:nvSpPr>
        <p:spPr>
          <a:xfrm>
            <a:off x="7699248" y="5212080"/>
            <a:ext cx="32918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단계9"/>
          <p:cNvSpPr/>
          <p:nvPr/>
        </p:nvSpPr>
        <p:spPr>
          <a:xfrm>
            <a:off x="8046720" y="4572000"/>
            <a:ext cx="3383280" cy="128016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9. 저장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JSON과 CSV 리포트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fitting/mos2_core/core/pipeline.py:56-78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1부. 물리적 의미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스펙트럼의 피크가 물질의 무엇을 말해 주는가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Raman: 빛이 포논을 만들고 잃은 에너지를 잰다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레이저 광자가 격자와 비탄성 산란하면서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포논 하나의 에너지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만큼 잃습니다(Stokes).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가로축 Raman shift는 입사광과 산란광의 에너지 차이이므로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레이저 파장과 무관하게 포논 에너지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를 나타냅니다.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cm⁻¹는 0.124 meV입니다. A1g 403 cm⁻¹는 약 50 meV의 진동입니다.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진동수는 대략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√(결합 강성/질량)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입니다. 결합이 약해지면 피크가 낮은 쪽으로 옮겨 갑니다(softening).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운동량 보존 때문에 1차 Raman에는 브릴루앙 영역 중심(q≈0) 포논만 보입니다.</a:t>
            </a:r>
            <a:endParaRPr lang="en-US" sz="1500" dirty="0"/>
          </a:p>
        </p:txBody>
      </p:sp>
      <p:sp>
        <p:nvSpPr>
          <p:cNvPr id="4" name="선"/>
          <p:cNvSpPr/>
          <p:nvPr/>
        </p:nvSpPr>
        <p:spPr>
          <a:xfrm>
            <a:off x="7406640" y="5212080"/>
            <a:ext cx="4114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5" name="선"/>
          <p:cNvSpPr/>
          <p:nvPr/>
        </p:nvSpPr>
        <p:spPr>
          <a:xfrm>
            <a:off x="7406640" y="4663440"/>
            <a:ext cx="4114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6" name="선"/>
          <p:cNvSpPr/>
          <p:nvPr/>
        </p:nvSpPr>
        <p:spPr>
          <a:xfrm>
            <a:off x="7406640" y="1920240"/>
            <a:ext cx="4114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241280" y="5266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바닥 상태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포논 1개 들뜸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1591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가상 상태</a:t>
            </a:r>
            <a:endParaRPr lang="en-US" sz="1300" dirty="0"/>
          </a:p>
        </p:txBody>
      </p:sp>
      <p:sp>
        <p:nvSpPr>
          <p:cNvPr id="10" name="화살표"/>
          <p:cNvSpPr/>
          <p:nvPr/>
        </p:nvSpPr>
        <p:spPr>
          <a:xfrm flipV="1">
            <a:off x="8138160" y="1920240"/>
            <a:ext cx="0" cy="329184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화살표"/>
          <p:cNvSpPr/>
          <p:nvPr/>
        </p:nvSpPr>
        <p:spPr>
          <a:xfrm>
            <a:off x="9144000" y="1920240"/>
            <a:ext cx="0" cy="274320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45236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입사광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산란광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669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두 화살표의 길이 차이 = Raman shift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E2g와 A1g: 원자가 움직이는 방향이 다르다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E2g (약 384 cm⁻¹): 면내 진동</a:t>
            </a:r>
            <a:endParaRPr lang="en-US" sz="1900" dirty="0"/>
          </a:p>
        </p:txBody>
      </p:sp>
      <p:sp>
        <p:nvSpPr>
          <p:cNvPr id="5" name="층"/>
          <p:cNvSpPr/>
          <p:nvPr/>
        </p:nvSpPr>
        <p:spPr>
          <a:xfrm>
            <a:off x="960120" y="237744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6" name="S"/>
          <p:cNvSpPr/>
          <p:nvPr/>
        </p:nvSpPr>
        <p:spPr>
          <a:xfrm>
            <a:off x="112471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화살표"/>
          <p:cNvSpPr/>
          <p:nvPr/>
        </p:nvSpPr>
        <p:spPr>
          <a:xfrm flipH="1">
            <a:off x="768096" y="237744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S"/>
          <p:cNvSpPr/>
          <p:nvPr/>
        </p:nvSpPr>
        <p:spPr>
          <a:xfrm>
            <a:off x="235915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화살표"/>
          <p:cNvSpPr/>
          <p:nvPr/>
        </p:nvSpPr>
        <p:spPr>
          <a:xfrm flipH="1">
            <a:off x="2002536" y="237744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"/>
          <p:cNvSpPr/>
          <p:nvPr/>
        </p:nvSpPr>
        <p:spPr>
          <a:xfrm>
            <a:off x="359359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화살표"/>
          <p:cNvSpPr/>
          <p:nvPr/>
        </p:nvSpPr>
        <p:spPr>
          <a:xfrm flipH="1">
            <a:off x="3236976" y="237744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층"/>
          <p:cNvSpPr/>
          <p:nvPr/>
        </p:nvSpPr>
        <p:spPr>
          <a:xfrm>
            <a:off x="960120" y="301752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13" name="Mo"/>
          <p:cNvSpPr/>
          <p:nvPr/>
        </p:nvSpPr>
        <p:spPr>
          <a:xfrm>
            <a:off x="112471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화살표"/>
          <p:cNvSpPr/>
          <p:nvPr/>
        </p:nvSpPr>
        <p:spPr>
          <a:xfrm>
            <a:off x="1627632" y="301752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Mo"/>
          <p:cNvSpPr/>
          <p:nvPr/>
        </p:nvSpPr>
        <p:spPr>
          <a:xfrm>
            <a:off x="235915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화살표"/>
          <p:cNvSpPr/>
          <p:nvPr/>
        </p:nvSpPr>
        <p:spPr>
          <a:xfrm>
            <a:off x="2862072" y="301752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Mo"/>
          <p:cNvSpPr/>
          <p:nvPr/>
        </p:nvSpPr>
        <p:spPr>
          <a:xfrm>
            <a:off x="359359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화살표"/>
          <p:cNvSpPr/>
          <p:nvPr/>
        </p:nvSpPr>
        <p:spPr>
          <a:xfrm>
            <a:off x="4096512" y="301752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층"/>
          <p:cNvSpPr/>
          <p:nvPr/>
        </p:nvSpPr>
        <p:spPr>
          <a:xfrm>
            <a:off x="960120" y="365760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20" name="S"/>
          <p:cNvSpPr/>
          <p:nvPr/>
        </p:nvSpPr>
        <p:spPr>
          <a:xfrm>
            <a:off x="112471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화살표"/>
          <p:cNvSpPr/>
          <p:nvPr/>
        </p:nvSpPr>
        <p:spPr>
          <a:xfrm flipH="1">
            <a:off x="768096" y="365760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"/>
          <p:cNvSpPr/>
          <p:nvPr/>
        </p:nvSpPr>
        <p:spPr>
          <a:xfrm>
            <a:off x="235915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화살표"/>
          <p:cNvSpPr/>
          <p:nvPr/>
        </p:nvSpPr>
        <p:spPr>
          <a:xfrm flipH="1">
            <a:off x="2002536" y="365760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"/>
          <p:cNvSpPr/>
          <p:nvPr/>
        </p:nvSpPr>
        <p:spPr>
          <a:xfrm>
            <a:off x="359359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화살표"/>
          <p:cNvSpPr/>
          <p:nvPr/>
        </p:nvSpPr>
        <p:spPr>
          <a:xfrm flipH="1">
            <a:off x="3236976" y="3657600"/>
            <a:ext cx="34747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48056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480560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A1g (약 403 cm⁻¹): 면외 진동</a:t>
            </a:r>
            <a:endParaRPr lang="en-US" sz="1900" dirty="0"/>
          </a:p>
        </p:txBody>
      </p:sp>
      <p:sp>
        <p:nvSpPr>
          <p:cNvPr id="30" name="층"/>
          <p:cNvSpPr/>
          <p:nvPr/>
        </p:nvSpPr>
        <p:spPr>
          <a:xfrm>
            <a:off x="6720840" y="237744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31" name="S"/>
          <p:cNvSpPr/>
          <p:nvPr/>
        </p:nvSpPr>
        <p:spPr>
          <a:xfrm>
            <a:off x="688543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2" name="화살표"/>
          <p:cNvSpPr/>
          <p:nvPr/>
        </p:nvSpPr>
        <p:spPr>
          <a:xfrm flipV="1">
            <a:off x="7132320" y="1755648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3" name="S"/>
          <p:cNvSpPr/>
          <p:nvPr/>
        </p:nvSpPr>
        <p:spPr>
          <a:xfrm>
            <a:off x="811987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화살표"/>
          <p:cNvSpPr/>
          <p:nvPr/>
        </p:nvSpPr>
        <p:spPr>
          <a:xfrm flipV="1">
            <a:off x="8366760" y="1755648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S"/>
          <p:cNvSpPr/>
          <p:nvPr/>
        </p:nvSpPr>
        <p:spPr>
          <a:xfrm>
            <a:off x="9354312" y="213055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화살표"/>
          <p:cNvSpPr/>
          <p:nvPr/>
        </p:nvSpPr>
        <p:spPr>
          <a:xfrm flipV="1">
            <a:off x="9601200" y="1755648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7" name="층"/>
          <p:cNvSpPr/>
          <p:nvPr/>
        </p:nvSpPr>
        <p:spPr>
          <a:xfrm>
            <a:off x="6720840" y="301752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38" name="Mo"/>
          <p:cNvSpPr/>
          <p:nvPr/>
        </p:nvSpPr>
        <p:spPr>
          <a:xfrm>
            <a:off x="688543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Mo"/>
          <p:cNvSpPr/>
          <p:nvPr/>
        </p:nvSpPr>
        <p:spPr>
          <a:xfrm>
            <a:off x="811987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Mo"/>
          <p:cNvSpPr/>
          <p:nvPr/>
        </p:nvSpPr>
        <p:spPr>
          <a:xfrm>
            <a:off x="9354312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층"/>
          <p:cNvSpPr/>
          <p:nvPr/>
        </p:nvSpPr>
        <p:spPr>
          <a:xfrm>
            <a:off x="6720840" y="3657600"/>
            <a:ext cx="3291840" cy="0"/>
          </a:xfrm>
          <a:prstGeom prst="line">
            <a:avLst/>
          </a:prstGeom>
          <a:noFill/>
          <a:ln w="12700">
            <a:solidFill>
              <a:srgbClr val="D3DBD9"/>
            </a:solidFill>
            <a:prstDash val="solid"/>
          </a:ln>
        </p:spPr>
      </p:sp>
      <p:sp>
        <p:nvSpPr>
          <p:cNvPr id="42" name="S"/>
          <p:cNvSpPr/>
          <p:nvPr/>
        </p:nvSpPr>
        <p:spPr>
          <a:xfrm>
            <a:off x="688543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화살표"/>
          <p:cNvSpPr/>
          <p:nvPr/>
        </p:nvSpPr>
        <p:spPr>
          <a:xfrm>
            <a:off x="7132320" y="3931920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4" name="S"/>
          <p:cNvSpPr/>
          <p:nvPr/>
        </p:nvSpPr>
        <p:spPr>
          <a:xfrm>
            <a:off x="811987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5" name="화살표"/>
          <p:cNvSpPr/>
          <p:nvPr/>
        </p:nvSpPr>
        <p:spPr>
          <a:xfrm>
            <a:off x="8366760" y="3931920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6" name="S"/>
          <p:cNvSpPr/>
          <p:nvPr/>
        </p:nvSpPr>
        <p:spPr>
          <a:xfrm>
            <a:off x="9354312" y="3410712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7" name="화살표"/>
          <p:cNvSpPr/>
          <p:nvPr/>
        </p:nvSpPr>
        <p:spPr>
          <a:xfrm>
            <a:off x="9601200" y="3931920"/>
            <a:ext cx="0" cy="3474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1024128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24128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10241280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448056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Mo와 S가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면 안에서 반대로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움직입니다.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면내 결합 길이가 바뀌는 변형에 민감합니다.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층수 증가에 따라 오히려 낮아집니다.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6309360" y="44805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위아래 S가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면에 수직으로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움직이고 Mo는 정지합니다.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층 사이 복원력이 더해지면 높아집니다.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전자-포논 결합 때문에 전자 도핑에 민감합니다.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단층의 대칭 표기는 E′, A1′입니다. 코드와 이 자료는 벌크 표기를 씁니다. 원자 수와 변위는 모식도입니다.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층수가 늘면 Δ가 커진다</a:t>
            </a:r>
            <a:endParaRPr lang="en-US" sz="3000" dirty="0"/>
          </a:p>
        </p:txBody>
      </p:sp>
      <p:graphicFrame>
        <p:nvGraphicFramePr>
          <p:cNvPr id="3" name="Chart 0" descr="층수별 Δ 근사값 막대그래프"/>
          <p:cNvGraphicFramePr/>
          <p:nvPr/>
        </p:nvGraphicFramePr>
        <p:xfrm>
          <a:off x="548640" y="13258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41732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A1g 상승: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층 사이 힘이 복원력을 더해 진동이 단단해집니다.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E2g 하강: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층 사이 힘만으로는 설명되지 않습니다. 쿨롱 상호작용의 유전 차폐 변화가 원인으로 제시됩니다.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두 변화가 반대 방향이라 Δ가 층수 지표가 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프로그램의 Δ 허용 범위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15–27 cm⁻¹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는 단층부터 벌크까지 포함합니다.</a:t>
            </a:r>
            <a:endParaRPr lang="en-US" sz="1500" dirty="0"/>
          </a:p>
        </p:txBody>
      </p:sp>
      <p:sp>
        <p:nvSpPr>
          <p:cNvPr id="5" name="주의"/>
          <p:cNvSpPr/>
          <p:nvPr/>
        </p:nvSpPr>
        <p:spPr>
          <a:xfrm>
            <a:off x="6400800" y="4846320"/>
            <a:ext cx="5212080" cy="109728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변형과 도핑도 Δ를 바꿉니다. 시작 위치 384/403은 Δ=19인 단층 기준입니다.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막대 값은 문헌의 대략적 경향입니다 (Lee et al., ACS Nano 2010; Molina-Sánchez &amp; Wirtz, PRB 2011).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변형과 도핑은 두 피크를 다르게 움직인다</a:t>
            </a:r>
            <a:endParaRPr lang="en-US" sz="3000" dirty="0"/>
          </a:p>
        </p:txBody>
      </p:sp>
      <p:sp>
        <p:nvSpPr>
          <p:cNvPr id="4" name="평면"/>
          <p:cNvSpPr/>
          <p:nvPr/>
        </p:nvSpPr>
        <p:spPr>
          <a:xfrm>
            <a:off x="6583680" y="1371600"/>
            <a:ext cx="5029200" cy="320040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5" name="선"/>
          <p:cNvSpPr/>
          <p:nvPr/>
        </p:nvSpPr>
        <p:spPr>
          <a:xfrm>
            <a:off x="6766560" y="1828800"/>
            <a:ext cx="46634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" name="축"/>
          <p:cNvSpPr/>
          <p:nvPr/>
        </p:nvSpPr>
        <p:spPr>
          <a:xfrm>
            <a:off x="10881360" y="1463040"/>
            <a:ext cx="0" cy="30175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화살표"/>
          <p:cNvSpPr/>
          <p:nvPr/>
        </p:nvSpPr>
        <p:spPr>
          <a:xfrm flipH="1">
            <a:off x="7207667" y="1828800"/>
            <a:ext cx="3673693" cy="685983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화살표"/>
          <p:cNvSpPr/>
          <p:nvPr/>
        </p:nvSpPr>
        <p:spPr>
          <a:xfrm flipH="1">
            <a:off x="10694274" y="1828800"/>
            <a:ext cx="187086" cy="12585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73152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변형 +1% (인장)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도핑 +10¹³ cm⁻²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ΔE2g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0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ΔA1g</a:t>
            </a:r>
            <a:endParaRPr lang="en-US" sz="1300" dirty="0"/>
          </a:p>
        </p:txBody>
      </p:sp>
      <p:sp>
        <p:nvSpPr>
          <p:cNvPr id="13" name="수식"/>
          <p:cNvSpPr/>
          <p:nvPr/>
        </p:nvSpPr>
        <p:spPr>
          <a:xfrm>
            <a:off x="6583680" y="4754880"/>
            <a:ext cx="5029200" cy="109728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ΔE2g = −6.48·ε − 0.33·n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ΔA1g = −1.21·ε − 2.22·n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37160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인장 변형: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결합이 늘어나 약해지고, 면내 진동인 E2g가 크게 낮아집니다.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전자 도핑: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전자가 전도대에 차면서 A1g 포논과 강하게 결합해 A1g가 낮아지고 넓어집니다.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방향이 다르기 때문에 두 위치로 ε와 n을 분리할 수 있습니다.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한계: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계수와 기준 위치에 전적으로 의존하고 온도, 층수, 레이저 가열은 모델에 없습니다.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화살표는 config.yaml 계수에 맞춘 실제 비율입니다. 계수는 기본값이므로 시료와 기판에 맞게 확인하세요. Chakraborty et al., PRB 2012 참고.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피크의 세 숫자는 서로 다른 물리를 말한다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값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물리적 의미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바뀌는 원인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위치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포논 에너지. 결합 강성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층수, 변형, 도핑, 온도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폭 (FWHM)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포논 수명과 불균일성. 수명이 짧을수록 넓음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결함, 도핑, 온도, 측정 영역 내 불균일, 장비 분해능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면적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산란 단면적과 측정된 물질의 양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층수, 레이저 세기, 초점, 공명 조건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세기 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모드 사이의 상대 변화. 절대 세기 변동을 상쇄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도핑, 공명, 결함. 배경 처리에도 민감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왜 면적을 쓰나."/>
          <p:cNvSpPr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면적을 쓰나.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Lorentzian 비율과 폭이 달라지면 높이는 쉽게 변하지만 면적은 산란된 광자 수에 대응합니다. lmfit의 amplitude가 바로 이 면적입니다.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곁피크 LO, ZO, 2LA는 약하고 해석이 조심스럽다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브릴루앙 영역 가장자리(M점) 포논은 운동량이 커서 원래 1차 Raman에 보이지 않습니다.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그래도 나타나는 두 경로가 있습니다.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2차 과정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에서는 반대 운동량의 포논 두 개가 함께 나오고,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결함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은 부족한 운동량을 대신 받아 줍니다.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그래서 곁피크는 결함이나 공명 조건의 단서가 될 수 있습니다. 세기는 레이저 파장에 크게 좌우됩니다.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50292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코드 이름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시작 위치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문헌에서의 일반적 해석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유의점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379 cm⁻¹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E2g 저에너지 어깨. M점 LO 또는 결함 활성 모드로 보고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E2g 면적을 가져가기 쉬움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408 cm⁻¹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A1g 고에너지 어깨. M점 ZO 관련으로 보고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A1g와 겹쳐 가장 불안정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453 cm⁻¹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보통 2LA(M) 영역. 여러 2차 모드가 섞인 넓은 띠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단순 1차 LA 포논으로 읽지 말 것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이름은 위치로 붙인 라벨이며 코드가 모드를 판별하지는 않습니다. Mignuzzi et al., PRB 2015 참고.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PL: 단층이 되면 직접 밴드갭이 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309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레이저로 만든 전자-정공 쌍이 재결합하며 내는 빛입니다. 축은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방출 광자의 에너지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벌크 MoS2는 간접 밴드갭이지만 단층은 K점의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직접 밴드갭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이라 PL이 크게 강해집니다.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얇은 2차원 층은 쿨롱 차폐가 약해 전자와 정공이 묶인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엑시톤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이 상온에서도 안정합니다. 결합에너지는 수백 meV로 보고됩니다.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가전자대는 스핀-궤도 결합으로 약 150 meV 갈라집니다. 이것이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A와 B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엑시톤입니다.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상온의 열에너지는 약 26 meV이고, 피크가 넓은 이유 중 하나입니다.</a:t>
            </a:r>
            <a:endParaRPr lang="en-US" sz="1500" dirty="0"/>
          </a:p>
        </p:txBody>
      </p:sp>
      <p:sp>
        <p:nvSpPr>
          <p:cNvPr id="4" name="선"/>
          <p:cNvSpPr/>
          <p:nvPr/>
        </p:nvSpPr>
        <p:spPr>
          <a:xfrm>
            <a:off x="7315200" y="1783080"/>
            <a:ext cx="4297680" cy="0"/>
          </a:xfrm>
          <a:prstGeom prst="line">
            <a:avLst/>
          </a:prstGeom>
          <a:noFill/>
          <a:ln w="444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0" y="1435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전도대</a:t>
            </a:r>
            <a:endParaRPr lang="en-US" sz="1300" dirty="0"/>
          </a:p>
        </p:txBody>
      </p:sp>
      <p:sp>
        <p:nvSpPr>
          <p:cNvPr id="6" name="선"/>
          <p:cNvSpPr/>
          <p:nvPr/>
        </p:nvSpPr>
        <p:spPr>
          <a:xfrm>
            <a:off x="7315200" y="2514600"/>
            <a:ext cx="4297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14984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A0 엑시톤</a:t>
            </a:r>
            <a:endParaRPr lang="en-US" sz="1300" dirty="0"/>
          </a:p>
        </p:txBody>
      </p:sp>
      <p:sp>
        <p:nvSpPr>
          <p:cNvPr id="8" name="선"/>
          <p:cNvSpPr/>
          <p:nvPr/>
        </p:nvSpPr>
        <p:spPr>
          <a:xfrm>
            <a:off x="7315200" y="2880360"/>
            <a:ext cx="4297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14984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A⁻ 트라이온</a:t>
            </a:r>
            <a:endParaRPr lang="en-US" sz="1300" dirty="0"/>
          </a:p>
        </p:txBody>
      </p:sp>
      <p:sp>
        <p:nvSpPr>
          <p:cNvPr id="10" name="선"/>
          <p:cNvSpPr/>
          <p:nvPr/>
        </p:nvSpPr>
        <p:spPr>
          <a:xfrm>
            <a:off x="7315200" y="4754880"/>
            <a:ext cx="4297680" cy="0"/>
          </a:xfrm>
          <a:prstGeom prst="line">
            <a:avLst/>
          </a:prstGeom>
          <a:noFill/>
          <a:ln w="4445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0" y="4809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가전자대 v1</a:t>
            </a:r>
            <a:endParaRPr lang="en-US" sz="1300" dirty="0"/>
          </a:p>
        </p:txBody>
      </p:sp>
      <p:sp>
        <p:nvSpPr>
          <p:cNvPr id="12" name="선"/>
          <p:cNvSpPr/>
          <p:nvPr/>
        </p:nvSpPr>
        <p:spPr>
          <a:xfrm>
            <a:off x="7315200" y="5394960"/>
            <a:ext cx="4297680" cy="0"/>
          </a:xfrm>
          <a:prstGeom prst="line">
            <a:avLst/>
          </a:prstGeom>
          <a:noFill/>
          <a:ln w="4445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0" y="5449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가전자대 v2</a:t>
            </a:r>
            <a:endParaRPr lang="en-US" sz="1300" dirty="0"/>
          </a:p>
        </p:txBody>
      </p:sp>
      <p:sp>
        <p:nvSpPr>
          <p:cNvPr id="14" name="화살표"/>
          <p:cNvSpPr/>
          <p:nvPr/>
        </p:nvSpPr>
        <p:spPr>
          <a:xfrm>
            <a:off x="7772400" y="2514600"/>
            <a:ext cx="0" cy="22402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360920" y="32918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1.87</a:t>
            </a:r>
            <a:endParaRPr lang="en-US" sz="1200" dirty="0"/>
          </a:p>
        </p:txBody>
      </p:sp>
      <p:sp>
        <p:nvSpPr>
          <p:cNvPr id="16" name="화살표"/>
          <p:cNvSpPr/>
          <p:nvPr/>
        </p:nvSpPr>
        <p:spPr>
          <a:xfrm>
            <a:off x="8412480" y="2880360"/>
            <a:ext cx="0" cy="18745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001000" y="3474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1.84</a:t>
            </a:r>
            <a:endParaRPr lang="en-US" sz="1200" dirty="0"/>
          </a:p>
        </p:txBody>
      </p:sp>
      <p:sp>
        <p:nvSpPr>
          <p:cNvPr id="18" name="화살표"/>
          <p:cNvSpPr/>
          <p:nvPr/>
        </p:nvSpPr>
        <p:spPr>
          <a:xfrm>
            <a:off x="9326880" y="2514600"/>
            <a:ext cx="0" cy="28803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961120" y="36576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2.0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에너지 준위 간격은 개념도이며 눈금에 맞지 않습니다. 수치는 config 시작값(eV)입니다. Mak et al., PRL 2010; Splendiani et al., Nano Lett. 2010.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 성분마다 뜻하는 상태가 다르다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438912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성분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시작 (eV)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물리적 의미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무엇에 반응하나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1.865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중성 엑시톤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품질, 주변 유전 환경, 변형, 온도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A⁻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1.835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엑시톤 + 여분의 전자 (음의 트라이온)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전자 도핑이 늘면 비중 증가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아래쪽 가전자대 v2에서 온 엑시톤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A와 함께 움직이며, 비율은 들뜸과 이완 조건에 영향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I1, I2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1.51, 1.63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코드는 결함 관련 발광으로 합산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결함 밀도, 저온. 다층에서는 간접 전이 가능성도 확인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A⁻/A0 면적비: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높을수록 전자가 많다는 상대 지표입니다. 질량작용 법칙으로 도핑과 연결됩니다.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A0 − A⁻ 분리: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트라이온 결합에너지(수십 meV)에 페르미 에너지가 더해진 값입니다. 코드는 15–55 meV만 허용합니다.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비교 조건: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온도가 내려가면 피크가 푸른쪽으로 옮기고 좁아집니다. 레이저 세기도 비율을 바꾸므로 같은 조건끼리 비교합니다.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Mak et al., Nature Mater. 2013; Tongay et al., Sci. Rep. 2013.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2부. 피팅의 기초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피팅이 무엇이고, 왜 믿거나 의심해야 하는가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피팅: 물리 모델의 숫자를 데이터에 맞추는 일</a:t>
            </a:r>
            <a:endParaRPr lang="en-US" sz="3000" dirty="0"/>
          </a:p>
        </p:txBody>
      </p:sp>
      <p:graphicFrame>
        <p:nvGraphicFramePr>
          <p:cNvPr id="4" name="Chart 0" descr="데이터와 피팅 결과, 성분 분해"/>
          <p:cNvGraphicFramePr/>
          <p:nvPr/>
        </p:nvGraphicFramePr>
        <p:xfrm>
          <a:off x="548640" y="1280160"/>
          <a:ext cx="70408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13716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모델: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데이터가 어떻게 생겼다고 보는 수식입니다. 여기서는 직선 + 피크 합입니다.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파라미터: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수식 안의 조절 가능한 숫자입니다. 위치, 폭, 면적 등입니다.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잔차: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각 점의 측정값 − 모델값입니다.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피팅: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잔차가 전체적으로 가장 작아지는 파라미터를 찾습니다.</a:t>
            </a:r>
            <a:endParaRPr lang="en-US" sz="1500" dirty="0"/>
          </a:p>
        </p:txBody>
      </p:sp>
      <p:sp>
        <p:nvSpPr>
          <p:cNvPr id="6" name="핵심."/>
          <p:cNvSpPr/>
          <p:nvPr/>
        </p:nvSpPr>
        <p:spPr>
          <a:xfrm>
            <a:off x="7863840" y="4846320"/>
            <a:ext cx="3749040" cy="128016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핵심.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피팅은 모델 안에서 최선을 찾을 뿐, 모델이 옳은지는 알려 주지 않습니다.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잔차를 제곱해서 더하나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RSS = Σⱼ [ yⱼ − 모델(xⱼ; θ) ]²         RMSE = √(RSS / n)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그냥 더하면 양수와 음수가 상쇄됩니다. 제곱하면 부호가 사라지고 큰 어긋남에 더 큰 벌을 줍니다.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노이즈가 서로 독립이고 크기가 같은 정규분포라면, RSS 최소화는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데이터가 나올 확률을 최대화(최대우도)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하는 것과 같습니다. 이것이 수학적 근거입니다.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RMSE는 데이터와 같은 단위입니다. 모델이 맞으면 RMSE는 측정 노이즈 크기에 가까워지고, 그보다 많이 작아지면 노이즈까지 맞춘다는 신호입니다.</a:t>
            </a:r>
            <a:endParaRPr lang="en-US" sz="1500" dirty="0"/>
          </a:p>
        </p:txBody>
      </p:sp>
      <p:sp>
        <p:nvSpPr>
          <p:cNvPr id="5" name="실제와의 차이."/>
          <p:cNvSpPr/>
          <p:nvPr/>
        </p:nvSpPr>
        <p:spPr>
          <a:xfrm>
            <a:off x="548640" y="4754880"/>
            <a:ext cx="11064240" cy="114300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실제와의 차이.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Raman 계수의 노이즈는 대략 √세기로 커져 피크 꼭대기가 더 시끄럽지만, 이 프로그램은 모든 점에 같은 가중치를 줍니다. 약한 피크의 정보 비중은 그만큼 달라질 수 있습니다.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실제 코드: lmfit model.fit(y, params, x=x), 가중치 인자 없음. raman_lmfit.py:1370, 995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최솟값은 한 번에 풀리지 않고 반복해서 찾는다</a:t>
            </a:r>
            <a:endParaRPr lang="en-US" sz="3000" dirty="0"/>
          </a:p>
        </p:txBody>
      </p:sp>
      <p:graphicFrame>
        <p:nvGraphicFramePr>
          <p:cNvPr id="3" name="Chart 0" descr="두 개의 골짜기가 있는 RSS 곡선"/>
          <p:cNvGraphicFramePr/>
          <p:nvPr/>
        </p:nvGraphicFramePr>
        <p:xfrm>
          <a:off x="548640" y="128016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0" y="137160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면적과 배경은 선형이지만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위치와 폭은 비선형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이라 공식으로 바로 풀 수 없습니다.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lmfit 기본 방법인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Levenberg-Marquardt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는 시작값에서 기울기를 계산해 RSS가 줄어드는 방향으로 조금씩 이동합니다.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내리막만 따라가므로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가장 가까운 골짜기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에 멈춥니다.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왼쪽 그림은 피크 두 개인 데이터에 피크 하나를 맞춘 경우입니다. 시작 위치에 따라 얕은 쪽 골짜기에 머뭅니다.</a:t>
            </a:r>
            <a:endParaRPr lang="en-US" sz="1500" dirty="0"/>
          </a:p>
        </p:txBody>
      </p:sp>
      <p:sp>
        <p:nvSpPr>
          <p:cNvPr id="5" name="결론."/>
          <p:cNvSpPr/>
          <p:nvPr/>
        </p:nvSpPr>
        <p:spPr>
          <a:xfrm>
            <a:off x="6858000" y="5257800"/>
            <a:ext cx="4754880" cy="82296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결론.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그래서 시작값과 허용 범위가 결과의 일부입니다.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그림: 위치 385, 404의 두 Gaussian 데이터에 폭 고정 피크 하나를 맞출 때의 RSS 계산값.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시작값, 범위, 제약은 물리 지식을 넣는 통로다</a:t>
            </a:r>
            <a:endParaRPr lang="en-US" sz="3000" dirty="0"/>
          </a:p>
        </p:txBody>
      </p:sp>
      <p:sp>
        <p:nvSpPr>
          <p:cNvPr id="3" name="시작값"/>
          <p:cNvSpPr/>
          <p:nvPr/>
        </p:nvSpPr>
        <p:spPr>
          <a:xfrm>
            <a:off x="548640" y="1371600"/>
            <a:ext cx="3566160" cy="28346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시작값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탐색이 출발하는 자리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E2g 384, A1g 403처럼 알려진 위치에서 출발해 올바른 골짜기로 들어가게 합니다.</a:t>
            </a:r>
            <a:endParaRPr lang="en-US" sz="1500" dirty="0"/>
          </a:p>
        </p:txBody>
      </p:sp>
      <p:sp>
        <p:nvSpPr>
          <p:cNvPr id="7" name="범위 (bounds)"/>
          <p:cNvSpPr/>
          <p:nvPr/>
        </p:nvSpPr>
        <p:spPr>
          <a:xfrm>
            <a:off x="4297680" y="1371600"/>
            <a:ext cx="3566160" cy="28346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범위 (bounds)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 밖으로 못 나감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774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E2g 370–392처럼 물리적으로 말이 되는 영역을 정합니다. 면적은 음수가 될 수 없습니다.</a:t>
            </a:r>
            <a:endParaRPr lang="en-US" sz="1500" dirty="0"/>
          </a:p>
        </p:txBody>
      </p:sp>
      <p:sp>
        <p:nvSpPr>
          <p:cNvPr id="11" name="관계 제약"/>
          <p:cNvSpPr/>
          <p:nvPr/>
        </p:nvSpPr>
        <p:spPr>
          <a:xfrm>
            <a:off x="8046720" y="1371600"/>
            <a:ext cx="3566160" cy="28346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관계 제약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파라미터끼리 묶음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3774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 = A1g + d처럼 표현하면 파라미터가 줄고 피크 순서가 유지됩니다.</a:t>
            </a:r>
            <a:endParaRPr lang="en-US" sz="1500" dirty="0"/>
          </a:p>
        </p:txBody>
      </p:sp>
      <p:sp>
        <p:nvSpPr>
          <p:cNvPr id="15" name="대가."/>
          <p:cNvSpPr/>
          <p:nvPr/>
        </p:nvSpPr>
        <p:spPr>
          <a:xfrm>
            <a:off x="548640" y="4480560"/>
            <a:ext cx="11064240" cy="118872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대가.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제약은 결과를 안정시키지만 답을 정해 버릴 수도 있습니다. 값이 범위 끝에 붙으면 데이터가 아니라 제약이 정한 값입니다. 측정값으로 인용하지 마세요.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피크 모양: Gaussian, Lorentzian, pseudo-Voigt</a:t>
            </a:r>
            <a:endParaRPr lang="en-US" sz="3000" dirty="0"/>
          </a:p>
        </p:txBody>
      </p:sp>
      <p:graphicFrame>
        <p:nvGraphicFramePr>
          <p:cNvPr id="3" name="Chart 0" descr="같은 FWHM의 세 선 모양 비교"/>
          <p:cNvGraphicFramePr/>
          <p:nvPr/>
        </p:nvGraphicFramePr>
        <p:xfrm>
          <a:off x="548640" y="128016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3716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Lorentzian: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수명이 유한한 진동의 스펙트럼 모양입니다. 꼬리가 깁니다. 수명 τ가 짧을수록 넓습니다(FWHM ∝ 1/τ).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Gaussian: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많은 원인이 평균된 분포입니다. 장비 분해능, 위치별 불균일이 만듭니다.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Voigt: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실제 피크는 둘의 합성곱입니다.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pseudo-Voigt: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계산이 쉬운 근사로, 둘의 합입니다.</a:t>
            </a:r>
            <a:endParaRPr lang="en-US" sz="1500" dirty="0"/>
          </a:p>
        </p:txBody>
      </p:sp>
      <p:sp>
        <p:nvSpPr>
          <p:cNvPr id="5" name="수식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피크(x) = A·[ (1−η)·G(x; c, σ) + η·L(x; c, σ) ]        FWHM = 2σ   (pseudo-Voigt에서 σ는 반치반폭)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주의: 순수 Gaussian에서는 lmfit의 σ 정의가 달라 FWHM = 2.355σ입니다. 현재 Raman과 PL 성분은 모두 pseudo-Voigt입니다.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겹친 피크는 서로의 값을 대신할 수 있다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943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두 파라미터를 함께 바꿔도 RSS가 거의 같으면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상관(degeneracy)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이 있다고 합니다. 데이터는 합만 알려 주고 몫은 알려 주지 않습니다.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대표적 쌍: A1g와 ZO, E2g와 LO, 넓은 피크와 배경 직선, 폭과 Lorentzian 비율 η, A⁻와 A0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상관이 크면 잔차가 좋아도 개별 값은 불확실합니다.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제약과 모델 선택은 이 불확실성을 줄이려는 장치입니다.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7548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합성 시험 (곁피크 없는 스펙트럼)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A1g FWHM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참값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2피크 모델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4피크 모델 (없는 ZO 포함)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5.2–5.3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해석."/>
          <p:cNvSpPr/>
          <p:nvPr/>
        </p:nvSpPr>
        <p:spPr>
          <a:xfrm>
            <a:off x="6858000" y="3749040"/>
            <a:ext cx="4754880" cy="201168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해석.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없는 ZO가 A1g 한쪽을 가져가 A1g가 좁아졌습니다. 다행히 위치는 거의 움직이지 않습니다. 이것이 위치가 면적과 폭보다 튼튼한 이유입니다.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리포트에는 파라미터 표준오차가 저장되지 않으므로 상관의 크기는 결과 파일에서 직접 보이지 않습니다.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좋은 피팅인지 어떻게 아는가</a:t>
            </a:r>
            <a:endParaRPr lang="en-US" sz="3000" dirty="0"/>
          </a:p>
        </p:txBody>
      </p:sp>
      <p:graphicFrame>
        <p:nvGraphicFramePr>
          <p:cNvPr id="4" name="Chart 0" descr="구조 없는 잔차"/>
          <p:cNvGraphicFramePr/>
          <p:nvPr/>
        </p:nvGraphicFramePr>
        <p:xfrm>
          <a:off x="548640" y="128016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43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좋은 잔차는 특정 위치에 모양이 없고 노이즈처럼 0 주변에 흩어집니다. 위 시험의 노이즈 표준편차는 3입니다.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지표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뜻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함정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1 − RSS/전체 변동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배경까지 포함한 변동이라 쉽게 높음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평균적 어긋남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신호 크기에 따라 달라짐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잔차 그림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모양이 남았는가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눈으로 봐야 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예."/>
          <p:cNvSpPr/>
          <p:nvPr/>
        </p:nvSpPr>
        <p:spPr>
          <a:xfrm>
            <a:off x="6583680" y="4023360"/>
            <a:ext cx="5029200" cy="137160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2피크 모델은 R² 0.986로 기준 0.95를 넘지만 LO, 2LA를 놓쳐 A1g 면적이 틀어집니다. 5피크 모델 RMSE는 2.57입니다.</a:t>
            </a:r>
            <a:endParaRPr lang="en-US" sz="1500" dirty="0"/>
          </a:p>
        </p:txBody>
      </p:sp>
      <p:sp>
        <p:nvSpPr>
          <p:cNvPr id="8" name="순서."/>
          <p:cNvSpPr/>
          <p:nvPr/>
        </p:nvSpPr>
        <p:spPr>
          <a:xfrm>
            <a:off x="548640" y="5166360"/>
            <a:ext cx="5760720" cy="6858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순서.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숫자보다 그림을 먼저 보세요.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실제 프로그램으로 합성 스펙트럼을 피팅한 결과입니다. 잔차는 선택된 5피크 모델 기준입니다.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과적합: 피크를 늘리면 RSS는 거의 항상 줄어든다</a:t>
            </a:r>
            <a:endParaRPr lang="en-US" sz="3000" dirty="0"/>
          </a:p>
        </p:txBody>
      </p:sp>
      <p:graphicFrame>
        <p:nvGraphicFramePr>
          <p:cNvPr id="4" name="Chart 0" descr="모델별 AIC와 BIC"/>
          <p:cNvGraphicFramePr/>
          <p:nvPr/>
        </p:nvGraphicFramePr>
        <p:xfrm>
          <a:off x="548640" y="1280160"/>
          <a:ext cx="5669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수식"/>
          <p:cNvSpPr/>
          <p:nvPr/>
        </p:nvSpPr>
        <p:spPr>
          <a:xfrm>
            <a:off x="6492240" y="1371600"/>
            <a:ext cx="5120640" cy="109728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 = n·ln(RSS/n) + 2k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 = n·ln(RSS/n) + k·ln(n)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92240" y="26517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n은 비교 구간 점 수, k는 자유 파라미터 수입니다. k = 10, 14, 18, 22입니다.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첫 항은 맞춤의 좋음, 둘째 항은 복잡함의 벌점입니다. BIC의 벌점이 더 큽니다.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절댓값은 의미가 없고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같은 데이터의 모델끼리 차이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만 비교합니다. 흔히 차이 10 이상을 강한 근거로 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AIC도 RSS처럼 같은 크기의 정규분포 노이즈를 가정합니다.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4피크가 3피크보다 나쁜 것은 RMSE가 줄지 않았는데 벌점만 늘었기 때문입니다.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3부. 이 프로그램이 실제로 하는 일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자르기, 배경, 피팅, 선택, 판정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 피크로 x축의 영점을 맞춘다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= 520.0 − (측정된 Si 중심)        x_보정 = x_측정 + offset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510–530 cm⁻¹를 Lorentzian + 직선으로 피팅해 중심을 찾습니다.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피팅이 불안정하면 구간 최댓값 위치를 씁니다.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|offset| &gt; 5이면 보정하지 않고 x를 그대로 둡니다.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스펙트럼 전체를 같은 양만큼 옮기는 평행이동입니다.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기준값 520.0은 흔히 쓰는 520.7과 다릅니다. Δ는 그대로지만 절대 위치를 문헌과 비교할 때 고려합니다.</a:t>
            </a:r>
            <a:endParaRPr lang="en-US" sz="1500" dirty="0"/>
          </a:p>
        </p:txBody>
      </p:sp>
      <p:sp>
        <p:nvSpPr>
          <p:cNvPr id="5" name="왜 하나."/>
          <p:cNvSpPr/>
          <p:nvPr/>
        </p:nvSpPr>
        <p:spPr>
          <a:xfrm>
            <a:off x="6858000" y="2331720"/>
            <a:ext cx="4754880" cy="160020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하나.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변형과 도핑은 피크를 1 cm⁻¹ 안팎으로 옮깁니다. 세션마다 달라지는 장비 오프셋을 없애야 시료끼리 비교할 수 있습니다.</a:t>
            </a:r>
            <a:endParaRPr lang="en-US" sz="1500" dirty="0"/>
          </a:p>
        </p:txBody>
      </p:sp>
      <p:sp>
        <p:nvSpPr>
          <p:cNvPr id="6" name="Si 없는 기판."/>
          <p:cNvSpPr/>
          <p:nvPr/>
        </p:nvSpPr>
        <p:spPr>
          <a:xfrm>
            <a:off x="6858000" y="4114800"/>
            <a:ext cx="4754880" cy="182880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Si 없는 기판.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피크 존재를 검사하지 않습니다. 노이즈 300개 중 214개가 보정 성공, 가짜 보정량 중앙값 1.9, 최대 4.95 cm⁻¹. 반드시 끄세요.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preprocess/basic.py:51-102 / config.yaml si_calibration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PL은 에너지 축으로 바꾸고 스파이크를 지운다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(eV) = 1239.84 / λ (nm)        I_E = I_λ · hc/E²  (기본 꺼짐)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왜 eV인가: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엑시톤 에너지와 분리 에너지가 eV 단위의 물리량입니다.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세기 보정: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같은 파장 폭이라도 에너지 폭은 위치마다 달라 원칙적으로 보정이 필요합니다. 좁은 범위에서는 작지만 넓은 성분의 면적비는 달라집니다.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설정을 바꾸면 면적비가 달라지므로 비교 데이터는 같은 설정으로 분석합니다.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스파이크 제거: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7점 중앙값 필터에서 위로 튄 점(MAD의 6배 초과)을 중앙값으로 교체합니다. 우주선 신호를 없애기 위함입니다.</a:t>
            </a:r>
            <a:endParaRPr lang="en-US" sz="1500" dirty="0"/>
          </a:p>
        </p:txBody>
      </p:sp>
      <p:sp>
        <p:nvSpPr>
          <p:cNvPr id="5" name="Raman은 다릅니다.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Raman은 다릅니다.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스파이크 제거가 PL에만 있습니다. Raman의 우주선 스파이크는 그대로 피팅에 들어가므로 이상한 맵 점은 원본을 확인하세요.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mos2_pl/run_raw_pipeline.py:126-164, preprocess/basic.py:105-133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자르기: 구간은 목적별로 네 종류다</a:t>
            </a:r>
            <a:endParaRPr lang="en-US" sz="3000" dirty="0"/>
          </a:p>
        </p:txBody>
      </p:sp>
      <p:sp>
        <p:nvSpPr>
          <p:cNvPr id="4" name="기준선"/>
          <p:cNvSpPr/>
          <p:nvPr/>
        </p:nvSpPr>
        <p:spPr>
          <a:xfrm>
            <a:off x="4675784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310024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</a:t>
            </a:r>
            <a:endParaRPr lang="en-US" sz="1200" dirty="0"/>
          </a:p>
        </p:txBody>
      </p:sp>
      <p:sp>
        <p:nvSpPr>
          <p:cNvPr id="6" name="기준선"/>
          <p:cNvSpPr/>
          <p:nvPr/>
        </p:nvSpPr>
        <p:spPr>
          <a:xfrm>
            <a:off x="4888382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5502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E2g</a:t>
            </a:r>
            <a:endParaRPr lang="en-US" sz="1200" dirty="0"/>
          </a:p>
        </p:txBody>
      </p:sp>
      <p:sp>
        <p:nvSpPr>
          <p:cNvPr id="8" name="기준선"/>
          <p:cNvSpPr/>
          <p:nvPr/>
        </p:nvSpPr>
        <p:spPr>
          <a:xfrm>
            <a:off x="5696255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76215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A1g</a:t>
            </a:r>
            <a:endParaRPr lang="en-US" sz="1200" dirty="0"/>
          </a:p>
        </p:txBody>
      </p:sp>
      <p:sp>
        <p:nvSpPr>
          <p:cNvPr id="10" name="기준선"/>
          <p:cNvSpPr/>
          <p:nvPr/>
        </p:nvSpPr>
        <p:spPr>
          <a:xfrm>
            <a:off x="5908853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53405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ZO</a:t>
            </a:r>
            <a:endParaRPr lang="en-US" sz="1200" dirty="0"/>
          </a:p>
        </p:txBody>
      </p:sp>
      <p:sp>
        <p:nvSpPr>
          <p:cNvPr id="12" name="기준선"/>
          <p:cNvSpPr/>
          <p:nvPr/>
        </p:nvSpPr>
        <p:spPr>
          <a:xfrm>
            <a:off x="7822235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7915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2LA</a:t>
            </a:r>
            <a:endParaRPr lang="en-US" sz="1200" dirty="0"/>
          </a:p>
        </p:txBody>
      </p:sp>
      <p:sp>
        <p:nvSpPr>
          <p:cNvPr id="14" name="기준선"/>
          <p:cNvSpPr/>
          <p:nvPr/>
        </p:nvSpPr>
        <p:spPr>
          <a:xfrm>
            <a:off x="10671048" y="1600200"/>
            <a:ext cx="0" cy="2788920"/>
          </a:xfrm>
          <a:prstGeom prst="line">
            <a:avLst/>
          </a:prstGeom>
          <a:noFill/>
          <a:ln w="12700">
            <a:solidFill>
              <a:srgbClr val="C9D3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396728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피팅 (2~4피크)</a:t>
            </a:r>
            <a:endParaRPr lang="en-US" sz="1400" dirty="0"/>
          </a:p>
        </p:txBody>
      </p:sp>
      <p:sp>
        <p:nvSpPr>
          <p:cNvPr id="17" name="피팅 (2~4피크)"/>
          <p:cNvSpPr/>
          <p:nvPr/>
        </p:nvSpPr>
        <p:spPr>
          <a:xfrm>
            <a:off x="3442716" y="1673352"/>
            <a:ext cx="3826764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피팅 (5피크)</a:t>
            </a:r>
            <a:endParaRPr lang="en-US" sz="1400" dirty="0"/>
          </a:p>
        </p:txBody>
      </p:sp>
      <p:sp>
        <p:nvSpPr>
          <p:cNvPr id="19" name="피팅 (5피크)"/>
          <p:cNvSpPr/>
          <p:nvPr/>
        </p:nvSpPr>
        <p:spPr>
          <a:xfrm>
            <a:off x="3442716" y="2057400"/>
            <a:ext cx="5655107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2414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비교</a:t>
            </a:r>
            <a:endParaRPr lang="en-US" sz="1400" dirty="0"/>
          </a:p>
        </p:txBody>
      </p:sp>
      <p:sp>
        <p:nvSpPr>
          <p:cNvPr id="21" name="비교"/>
          <p:cNvSpPr/>
          <p:nvPr/>
        </p:nvSpPr>
        <p:spPr>
          <a:xfrm>
            <a:off x="3442716" y="2441448"/>
            <a:ext cx="3826764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배경 (2~4피크)</a:t>
            </a:r>
            <a:endParaRPr lang="en-US" sz="1400" dirty="0"/>
          </a:p>
        </p:txBody>
      </p:sp>
      <p:sp>
        <p:nvSpPr>
          <p:cNvPr id="23" name="배경 (2~4피크)"/>
          <p:cNvSpPr/>
          <p:nvPr/>
        </p:nvSpPr>
        <p:spPr>
          <a:xfrm>
            <a:off x="3655314" y="2825496"/>
            <a:ext cx="212598" cy="2194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배경 (2~4피크)"/>
          <p:cNvSpPr/>
          <p:nvPr/>
        </p:nvSpPr>
        <p:spPr>
          <a:xfrm>
            <a:off x="6844284" y="2825496"/>
            <a:ext cx="212598" cy="2194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배경 (5피크)</a:t>
            </a:r>
            <a:endParaRPr lang="en-US" sz="1400" dirty="0"/>
          </a:p>
        </p:txBody>
      </p:sp>
      <p:sp>
        <p:nvSpPr>
          <p:cNvPr id="26" name="배경 (5피크)"/>
          <p:cNvSpPr/>
          <p:nvPr/>
        </p:nvSpPr>
        <p:spPr>
          <a:xfrm>
            <a:off x="3442716" y="3209544"/>
            <a:ext cx="425196" cy="2194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배경 (5피크)"/>
          <p:cNvSpPr/>
          <p:nvPr/>
        </p:nvSpPr>
        <p:spPr>
          <a:xfrm>
            <a:off x="8842705" y="3209544"/>
            <a:ext cx="255118" cy="2194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노이즈</a:t>
            </a:r>
            <a:endParaRPr lang="en-US" sz="1400" dirty="0"/>
          </a:p>
        </p:txBody>
      </p:sp>
      <p:sp>
        <p:nvSpPr>
          <p:cNvPr id="29" name="노이즈"/>
          <p:cNvSpPr/>
          <p:nvPr/>
        </p:nvSpPr>
        <p:spPr>
          <a:xfrm>
            <a:off x="3442716" y="3593592"/>
            <a:ext cx="425196" cy="21945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0" name="노이즈"/>
          <p:cNvSpPr/>
          <p:nvPr/>
        </p:nvSpPr>
        <p:spPr>
          <a:xfrm>
            <a:off x="8970264" y="3593592"/>
            <a:ext cx="425196" cy="21945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4864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보정</a:t>
            </a:r>
            <a:endParaRPr lang="en-US" sz="1400" dirty="0"/>
          </a:p>
        </p:txBody>
      </p:sp>
      <p:sp>
        <p:nvSpPr>
          <p:cNvPr id="32" name="Si 보정"/>
          <p:cNvSpPr/>
          <p:nvPr/>
        </p:nvSpPr>
        <p:spPr>
          <a:xfrm>
            <a:off x="10245852" y="3977640"/>
            <a:ext cx="850392" cy="21945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168396" y="4434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350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94376" y="4434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400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420356" y="4434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450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546336" y="4434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500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1247120" y="4434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540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비교 구간을 통일하는 이유: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AIC는 같은 데이터에서만 비교할 수 있습니다. 5피크 모델도 350–440으로 채점합니다.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좁게 자르는 이유: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배경 직선 가정은 좁은 구간에서만 성립합니다. 단, 너무 좁으면 배경을 볼 빈 공간이 없습니다.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PL은 피팅과 비교 구간이 모두 1.38–2.33 eV입니다.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구간은 실제 눈금에 맞춰 그렸습니다. config.yaml:115-136, 159-161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배경은 빼지 않고 피크와 함께 푼다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y(x) ≈ (a·x + b) + Σ 피크ᵢ(x)</a:t>
            </a:r>
            <a:endParaRPr lang="en-US" sz="2200" dirty="0"/>
          </a:p>
        </p:txBody>
      </p:sp>
      <p:sp>
        <p:nvSpPr>
          <p:cNvPr id="4" name="일반적인 2단계 방식"/>
          <p:cNvSpPr/>
          <p:nvPr/>
        </p:nvSpPr>
        <p:spPr>
          <a:xfrm>
            <a:off x="548640" y="2331720"/>
            <a:ext cx="5394960" cy="22860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일반적인 2단계 방식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① 배경을 구해서 뺀다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② 남은 신호에 피크를 맞춘다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배경 오차가 고정된 채 피크로 넘어갑니다.</a:t>
            </a:r>
            <a:endParaRPr lang="en-US" sz="1500" dirty="0"/>
          </a:p>
        </p:txBody>
      </p:sp>
      <p:sp>
        <p:nvSpPr>
          <p:cNvPr id="8" name="이 프로그램"/>
          <p:cNvSpPr/>
          <p:nvPr/>
        </p:nvSpPr>
        <p:spPr>
          <a:xfrm>
            <a:off x="6217920" y="2331720"/>
            <a:ext cx="5394960" cy="228600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이 프로그램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① 원본 그대로 사용 (배경 단계 =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② 직선과 피크를 동시에 맞춘다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겹친 부분을 데이터가 나눠 갖습니다.</a:t>
            </a:r>
            <a:endParaRPr lang="en-US" sz="1500" dirty="0"/>
          </a:p>
        </p:txBody>
      </p:sp>
      <p:sp>
        <p:nvSpPr>
          <p:cNvPr id="12" name="왜 직선인가."/>
          <p:cNvSpPr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직선인가.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피크가 좁고 구간이 짧으면 형광이나 기판의 느린 배경을 직선으로 근사할 수 있습니다. 직선은 파라미터가 둘뿐이라 피크와 덜 섞입니다. 구간 안에서 크게 휜 배경은 표현하지 못합니다.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baseline/basic.py의 ZeroBaselineEnsemble, raman_lmfit.py:1599 (y_corr = y − 0)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모델에 따라 배경의 자유도가 다르다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310896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모델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시작값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기울기 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절편 b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Raman 2피크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배경 기준 구간에 직선 맞춤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추정값 ± max(2, 3×|추정값|)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제한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Raman 3~5피크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배경 기준 구간에 직선 맞춤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추정값 ±1% (사실상 고정)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추정값 ±1% (사실상 고정)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 전체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스펙트럼 전체에 맞춘 직선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제한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제한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왜 고정하나."/>
          <p:cNvSpPr/>
          <p:nvPr/>
        </p:nvSpPr>
        <p:spPr>
          <a:xfrm>
            <a:off x="548640" y="3611880"/>
            <a:ext cx="5394960" cy="173736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고정하나.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넓은 곁피크와 직선은 서로를 대신할 수 있습니다. 피크가 많은 모델일수록 배경을 빈 구간에 묶어야 값이 안정됩니다.</a:t>
            </a:r>
            <a:endParaRPr lang="en-US" sz="1500" dirty="0"/>
          </a:p>
        </p:txBody>
      </p:sp>
      <p:sp>
        <p:nvSpPr>
          <p:cNvPr id="5" name="합성 시험."/>
          <p:cNvSpPr/>
          <p:nvPr/>
        </p:nvSpPr>
        <p:spPr>
          <a:xfrm>
            <a:off x="6217920" y="3611880"/>
            <a:ext cx="5394960" cy="173736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합성 시험.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2LA 꼬리가 430–435에 걸리면 기울기가 0.2에서 0.31~0.41로 오르고 A1g 면적은 1500에서 약 1300으로 줄었습니다. 위치 변화는 0.02 cm⁻¹ 이내입니다.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 설정의 default_edge_min 1.0 eV가 구간 폭 0.95 eV보다 커서, PL에서는 빈 구간으로 배경을 정한다는 원리가 적용되지 않습니다.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raman_lmfit.py:386-414, 916-923, 1241-1267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피팅 전에 신호가 있는지 먼저 본다 (Raman)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 = (±2.5 cm⁻¹ 안 최댓값 − 그 안의 하위 20% 값) / 노이즈 표준편차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피크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SNR 기준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결과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A1g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invalid, 피팅 안 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A1g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attention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E2g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attention, 피팅은 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왜 하나."/>
          <p:cNvSpPr/>
          <p:nvPr/>
        </p:nvSpPr>
        <p:spPr>
          <a:xfrm>
            <a:off x="548640" y="4343400"/>
            <a:ext cx="5120640" cy="160020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하나.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피크 없는 스펙트럼을 피팅하면 노이즈에 맞춘 값이 결과처럼 나옵니다. E2g는 약할 수 있어 경고만 합니다.</a:t>
            </a:r>
            <a:endParaRPr lang="en-US" sz="15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286000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1463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배경 기울기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계산된 노이즈 (참값 3)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판정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2.9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invalid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invalid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한계."/>
          <p:cNvSpPr/>
          <p:nvPr/>
        </p:nvSpPr>
        <p:spPr>
          <a:xfrm>
            <a:off x="6035040" y="4343400"/>
            <a:ext cx="5577840" cy="160020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한계.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노이즈가 두 구간을 합쳐 계산되어 기울기까지 노이즈로 들어갑니다. 대략 노이즈 ≈ 65×|기울기|. 형광이 강한 시료의 invalid는 사유를 확인하세요.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raman_lmfit.py:417-452, 674-739. 표는 같은 피크에 기울기만 바꾼 합성 시험입니다.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Raman 2단계 피팅: 강한 것부터, 그다음 약한 것</a:t>
            </a:r>
            <a:endParaRPr lang="en-US" sz="3000" dirty="0"/>
          </a:p>
        </p:txBody>
      </p:sp>
      <p:sp>
        <p:nvSpPr>
          <p:cNvPr id="3" name="단계1"/>
          <p:cNvSpPr/>
          <p:nvPr/>
        </p:nvSpPr>
        <p:spPr>
          <a:xfrm>
            <a:off x="548640" y="1371600"/>
            <a:ext cx="3566160" cy="21488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기준점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2피크 모델로 E2g(370–392), A1g(395–415)를 구합니다. 강한 두 피크라 안정적입니다.</a:t>
            </a:r>
            <a:endParaRPr lang="en-US" sz="1400" dirty="0"/>
          </a:p>
        </p:txBody>
      </p:sp>
      <p:sp>
        <p:nvSpPr>
          <p:cNvPr id="6" name="단계2"/>
          <p:cNvSpPr/>
          <p:nvPr/>
        </p:nvSpPr>
        <p:spPr>
          <a:xfrm>
            <a:off x="4297680" y="1371600"/>
            <a:ext cx="3566160" cy="21488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곁피크 추가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385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3~5피크 모델. E2g, A1g는 기준점 ±2로 묶고 곁피크는 간격으로 정의합니다.</a:t>
            </a:r>
            <a:endParaRPr lang="en-US" sz="1400" dirty="0"/>
          </a:p>
        </p:txBody>
      </p:sp>
      <p:sp>
        <p:nvSpPr>
          <p:cNvPr id="9" name="단계3"/>
          <p:cNvSpPr/>
          <p:nvPr/>
        </p:nvSpPr>
        <p:spPr>
          <a:xfrm>
            <a:off x="8046720" y="1371600"/>
            <a:ext cx="3566160" cy="2148840"/>
          </a:xfrm>
          <a:prstGeom prst="rect">
            <a:avLst/>
          </a:prstGeom>
          <a:solidFill>
            <a:srgbClr val="E4F1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재피팅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9385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1차 결과에서 다시 시작합니다. 주피크 범위를 풀고 곁피크는 ±2.5로 묶습니다. RMSE 1% 이상 개선 시 채택합니다.</a:t>
            </a:r>
            <a:endParaRPr lang="en-US" sz="1400" dirty="0"/>
          </a:p>
        </p:txBody>
      </p:sp>
      <p:sp>
        <p:nvSpPr>
          <p:cNvPr id="12" name="수식"/>
          <p:cNvSpPr/>
          <p:nvPr/>
        </p:nvSpPr>
        <p:spPr>
          <a:xfrm>
            <a:off x="548640" y="3749040"/>
            <a:ext cx="3840480" cy="13716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= E2g − d₁  (0.5~10)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= A1g + d₂  (0.5~20)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= A1g + d₃  (0.5~70)</a:t>
            </a:r>
            <a:endParaRPr lang="en-US" sz="1700" dirty="0"/>
          </a:p>
        </p:txBody>
      </p:sp>
      <p:sp>
        <p:nvSpPr>
          <p:cNvPr id="13" name="왜 묶나."/>
          <p:cNvSpPr/>
          <p:nvPr/>
        </p:nvSpPr>
        <p:spPr>
          <a:xfrm>
            <a:off x="4572000" y="3749040"/>
            <a:ext cx="7040880" cy="1371600"/>
          </a:xfrm>
          <a:prstGeom prst="rect">
            <a:avLst/>
          </a:prstGeom>
          <a:solidFill>
            <a:srgbClr val="E4F1EE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묶나.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약한 곁피크를 자유롭게 두면 주피크 면적을 가져가거나 순서가 뒤바뀝니다. 간격으로 정의하면 주피크를 따라가고 LO &lt; E2g &lt; A1g &lt; ZO &lt; LA가 유지됩니다.</a:t>
            </a:r>
            <a:endParaRPr lang="en-US" sz="1500" dirty="0"/>
          </a:p>
        </p:txBody>
      </p:sp>
      <p:sp>
        <p:nvSpPr>
          <p:cNvPr id="14" name="config 주석 주의.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config 주석 주의.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center_tolerance ±2.5는 재피팅에만 쓰입니다. 1차에서는 위 간격 범위가 적용되어, 시험에서 LO가 시작값에서 6.4 떨어져 잡혔습니다.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raman_lmfit.py:1296-1362, 1405-1552, 1633-1673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 피팅: 겹친 A⁻와 A0를 물리 관계로 분리한다</a:t>
            </a:r>
            <a:endParaRPr lang="en-US" sz="3000" dirty="0"/>
          </a:p>
        </p:txBody>
      </p:sp>
      <p:sp>
        <p:nvSpPr>
          <p:cNvPr id="3" name="수식"/>
          <p:cNvSpPr/>
          <p:nvPr/>
        </p:nvSpPr>
        <p:spPr>
          <a:xfrm>
            <a:off x="548640" y="1371600"/>
            <a:ext cx="6035040" cy="16002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 위치 = A⁻ 위치 + 분리에너지 (15–55 meV)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A⁻ 폭 = A0 폭 × 비율 (1.05–2.50)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A⁻와 A0의 η는 같은 값</a:t>
            </a:r>
            <a:endParaRPr lang="en-US" sz="1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40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모델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성분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단일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2성분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A⁻, A0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5성분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I1, I2, A⁻, A0, B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0040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상온 A⁻와 A0는 폭보다 간격이 좁아 어깨처럼 하나로 보입니다. 데이터만으로는 분리가 불안정합니다.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트라이온은 재결합 때 전자가 운동량을 받아 낮은 에너지 쪽 꼬리가 생기므로, 더 넓다고 가정합니다.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비율 ≥ 1.05는 측정 결과가 아니라 가정입니다.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성분 면적에는 하한(시작 면적의 1%)이 있어 성분이 완전히 0이 되지는 않습니다.</a:t>
            </a:r>
            <a:endParaRPr lang="en-US" sz="1500" dirty="0"/>
          </a:p>
        </p:txBody>
      </p:sp>
      <p:sp>
        <p:nvSpPr>
          <p:cNvPr id="6" name="시험 결과."/>
          <p:cNvSpPr/>
          <p:nvPr/>
        </p:nvSpPr>
        <p:spPr>
          <a:xfrm>
            <a:off x="6858000" y="3429000"/>
            <a:ext cx="4754880" cy="201168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시험 결과.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실제 2성분 스펙트럼은 15회 모두 2성분을 선택했고, 면적은 31/19(참값 30/20)였습니다. 그러나 5성분 RMSE는 5.97로 2성분 2.03보다 나빴습니다. 원인은 미확정입니다.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raman_lmfit.py:885-1011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피크 개수는 비교 구간의 점수로 결정된다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합성 시험 (답을 아는 경우)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선택 결과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Raman, 실제 2피크, 30회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2피크 30회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Raman, 실제 E2g·A1g·LO·2LA, 30회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5피크 26회, 3피크 4회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PL, 실제 A⁻+A0, 15회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2성분 15회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290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Raman: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AIC 최솟값을 고릅니다. 차이가 작아도 최솟값이면 선택합니다.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PL: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AIC, BIC, RMSE를 후보 안에서 0~1로 정규화해 0.4, 0.4, 0.2로 더합니다. 경험적 점수입니다.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면적 음수처럼 값이 비정상인 후보는 비교에서 제외합니다.</a:t>
            </a:r>
            <a:endParaRPr lang="en-US" sz="1500" dirty="0"/>
          </a:p>
        </p:txBody>
      </p:sp>
      <p:sp>
        <p:nvSpPr>
          <p:cNvPr id="5" name="모델 선택 ≠ 피크 존재.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FBEADD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모델 선택 ≠ 피크 존재.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ZO가 없는 스펙트럼에서도 5피크가 선택되면 ZO 값이 나옵니다. 합성 예에서 ZO는 면적 41, FWHM 5.0(하한)이었습니다. 2LA가 있는데 ZO 없는 조합은 후보에 없기 때문입니다.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fitting/model_selection.py. 곁피크의 존재를 주장하려면 맵 전체의 일관성과 문헌을 함께 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판정: valid, attention, invalid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22376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조건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뜻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invalid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A1g SNR &lt; 4 / 값 비정상 / Δ가 15–27 밖 / Δ가 중앙값에서 max(3, 6σ) 초과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결과로 쓰기 어려움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attention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약한 신호 / R² &lt; 0.95 / RMSE가 중앙값에서 max(3, 3σ) 초과 / 폭이 허용 범위 끝 10% 안 / 피크 순서 위반 / PL 스파이크 의심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눈으로 확인 필요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위 항목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정해진 검사 통과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폭 검사: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값이 범위 끝에 붙으면 제약이 값을 정한 것입니다.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σ: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1.4826×MAD입니다. 이상치에 강한 표준편차 추정입니다.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데이터셋 기준 검사: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같은 실행의 스펙트럼끼리 비교합니다. 층수가 섞인 맵은 중앙값 하나로 대표되지 않습니다. Δ 통계 검사는 기준 스펙트럼 30개 이상일 때만 동작합니다.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analysis/post_selection_qc.py, analysis/reporting.py:256-314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결과를 얼마나 믿을 수 있나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2LA FWHM 20, 모델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E2g 위치 (385)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E2g 면적 (800)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A1g 위치 (404)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A1g 면적 (1500)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2피크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385.03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781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403.98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1310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3피크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385.10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527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403.98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1318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5피크 (선택됨)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385.06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662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403.96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1463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신뢰도 높음"/>
          <p:cNvSpPr/>
          <p:nvPr/>
        </p:nvSpPr>
        <p:spPr>
          <a:xfrm>
            <a:off x="548640" y="3291840"/>
            <a:ext cx="260604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높음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E2g·A1g 위치, Δ</a:t>
            </a:r>
            <a:endParaRPr lang="en-US" sz="1500" dirty="0"/>
          </a:p>
        </p:txBody>
      </p:sp>
      <p:sp>
        <p:nvSpPr>
          <p:cNvPr id="6" name="신뢰도 중간"/>
          <p:cNvSpPr/>
          <p:nvPr/>
        </p:nvSpPr>
        <p:spPr>
          <a:xfrm>
            <a:off x="3364992" y="3291840"/>
            <a:ext cx="260604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중간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364992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주피크 폭, A⁻/A0 비</a:t>
            </a:r>
            <a:endParaRPr lang="en-US" sz="1500" dirty="0"/>
          </a:p>
        </p:txBody>
      </p:sp>
      <p:sp>
        <p:nvSpPr>
          <p:cNvPr id="8" name="신뢰도 낮음~중간"/>
          <p:cNvSpPr/>
          <p:nvPr/>
        </p:nvSpPr>
        <p:spPr>
          <a:xfrm>
            <a:off x="6181344" y="3291840"/>
            <a:ext cx="260604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낮음~중간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81344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면적, 세기 비</a:t>
            </a:r>
            <a:endParaRPr lang="en-US" sz="1500" dirty="0"/>
          </a:p>
        </p:txBody>
      </p:sp>
      <p:sp>
        <p:nvSpPr>
          <p:cNvPr id="10" name="신뢰도 낮음"/>
          <p:cNvSpPr/>
          <p:nvPr/>
        </p:nvSpPr>
        <p:spPr>
          <a:xfrm>
            <a:off x="8997696" y="3291840"/>
            <a:ext cx="2606040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낮음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997696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곁피크 파라미터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면적과 세기 비는 같은 모델, 같은 설정끼리만 비교합니다.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리포트에는 파라미터 오차가 없습니다.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불확실성은 같은 시료 여러 점의 분산으로 판단합니다.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숫자는 참값을 아는 합성 시험 한 조건의 결과입니다. 실측에서의 크기는 시료에 따라 다릅니다.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확인된 주의사항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실제 동작 (합성 시험)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대응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 없는 기판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노이즈에서 가짜 보정량 최대 4.95 cm⁻¹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si_calibration 끄기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기운 배경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기울기 1에서 강한 피크도 invalid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사유 확인, 필요시 prefit.enabled 끄고 재분석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2LA 꼬리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배경 과대평가, A1g 면적 13% 감소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기준 구간을 눈으로 확인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 5성분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2성분보다 RMSE가 나쁜 경우 있음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Spectra에서 그림 확인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Raman 스파이크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제거 단계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이상 점은 원본 확인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 시작 배경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기준 구간이 스펙트럼 전체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배경 값을 해석에 쓰지 않기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정상으로 확인된 항목.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정상으로 확인된 항목.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η 시작값이 경계 0이어도 값이 움직였습니다(참값 0.6, 약 0.4~0.7). 단 재피팅을 끄면 4피크 RMSE가 4.33으로 나빠지므로 auto_refine은 켜 둡니다.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저장소에 측정 데이터가 없어 모두 합성 스펙트럼으로 확인했습니다. 실측 검증은 하지 않았습니다.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분석할 때의 순서</a:t>
            </a:r>
            <a:endParaRPr lang="en-US" sz="3000" dirty="0"/>
          </a:p>
        </p:txBody>
      </p:sp>
      <p:sp>
        <p:nvSpPr>
          <p:cNvPr id="3" name="순서1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325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기판에 Si가 있는지 확인하고 보정 설정을 정합니다.</a:t>
            </a:r>
            <a:endParaRPr lang="en-US" sz="1700" dirty="0"/>
          </a:p>
        </p:txBody>
      </p:sp>
      <p:sp>
        <p:nvSpPr>
          <p:cNvPr id="5" name="순서2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116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분석 후 invalid, attention의 사유 분포부터 봅니다.</a:t>
            </a:r>
            <a:endParaRPr lang="en-US" sz="1700" dirty="0"/>
          </a:p>
        </p:txBody>
      </p:sp>
      <p:sp>
        <p:nvSpPr>
          <p:cNvPr id="7" name="순서3"/>
          <p:cNvSpPr/>
          <p:nvPr/>
        </p:nvSpPr>
        <p:spPr>
          <a:xfrm>
            <a:off x="548640" y="26974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974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대표 스펙트럼의 곡선, 배경 직선, 잔차를 눈으로 봅니다.</a:t>
            </a:r>
            <a:endParaRPr lang="en-US" sz="1700" dirty="0"/>
          </a:p>
        </p:txBody>
      </p:sp>
      <p:sp>
        <p:nvSpPr>
          <p:cNvPr id="9" name="순서4"/>
          <p:cNvSpPr/>
          <p:nvPr/>
        </p:nvSpPr>
        <p:spPr>
          <a:xfrm>
            <a:off x="548640" y="33832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3832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위치와 Δ부터 해석합니다.</a:t>
            </a:r>
            <a:endParaRPr lang="en-US" sz="1700" dirty="0"/>
          </a:p>
        </p:txBody>
      </p:sp>
      <p:sp>
        <p:nvSpPr>
          <p:cNvPr id="11" name="순서5"/>
          <p:cNvSpPr/>
          <p:nvPr/>
        </p:nvSpPr>
        <p:spPr>
          <a:xfrm>
            <a:off x="548640" y="40690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면적과 비는 같은 모델과 같은 설정끼리만 비교합니다.</a:t>
            </a:r>
            <a:endParaRPr lang="en-US" sz="1700" dirty="0"/>
          </a:p>
        </p:txBody>
      </p:sp>
      <p:sp>
        <p:nvSpPr>
          <p:cNvPr id="13" name="순서6"/>
          <p:cNvSpPr/>
          <p:nvPr/>
        </p:nvSpPr>
        <p:spPr>
          <a:xfrm>
            <a:off x="548640" y="47548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범위 끝에 붙은 값은 측정값으로 인용하지 않습니다.</a:t>
            </a:r>
            <a:endParaRPr lang="en-US" sz="1700" dirty="0"/>
          </a:p>
        </p:txBody>
      </p:sp>
      <p:sp>
        <p:nvSpPr>
          <p:cNvPr id="15" name="순서7"/>
          <p:cNvSpPr/>
          <p:nvPr/>
        </p:nvSpPr>
        <p:spPr>
          <a:xfrm>
            <a:off x="548640" y="54406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406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설정을 바꾸면 비교할 데이터를 모두 다시 분석합니다.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참고 문헌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Lee et al., ACS Nano 4, 2695 (2010): 층수에 따른 E2g, A1g 이동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Molina-Sánchez &amp; Wirtz, Phys. Rev. B 84, 155413 (2011): 포논과 층수 의존성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Chakraborty et al., Phys. Rev. B 85, 161403 (2012): 도핑과 A1g 전자-포논 결합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Mignuzzi et al., Phys. Rev. B 91, 195411 (2015): 결함과 Raman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 et al., Phys. Rev. Lett. 105, 136805 (2010); Splendiani et al., Nano Lett. 10, 1271 (2010): 직접 밴드갭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 et al., Nature Mater. 12, 207 (2013): 트라이온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Tongay et al., Sci. Rep. 3, 2657 (2013): 결함과 PL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Akaike, IEEE Trans. Autom. Control 19, 716 (1974); Schwarz, Ann. Stat. 6, 461 (1978): AIC, BIC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물리 해석은 일반적인 문헌 지식이며 코드가 판별하지 않습니다. 시료 해석에 인용할 때는 원문을 확인하세요.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S2 Spectroscopy">
  <a:themeElements>
    <a:clrScheme name="MoS2 Spectroscopy">
      <a:dk1>
        <a:srgbClr val="17211F"/>
      </a:dk1>
      <a:lt1>
        <a:srgbClr val="FFFFFF"/>
      </a:lt1>
      <a:dk2>
        <a:srgbClr val="10302C"/>
      </a:dk2>
      <a:lt2>
        <a:srgbClr val="E4F1EE"/>
      </a:lt2>
      <a:accent1>
        <a:srgbClr val="0B6E62"/>
      </a:accent1>
      <a:accent2>
        <a:srgbClr val="C8501E"/>
      </a:accent2>
      <a:accent3>
        <a:srgbClr val="2C5DA8"/>
      </a:accent3>
      <a:accent4>
        <a:srgbClr val="C49A12"/>
      </a:accent4>
      <a:accent5>
        <a:srgbClr val="7A8785"/>
      </a:accent5>
      <a:accent6>
        <a:srgbClr val="A4283A"/>
      </a:accent6>
      <a:hlink>
        <a:srgbClr val="0B6E62"/>
      </a:hlink>
      <a:folHlink>
        <a:srgbClr val="7A8785"/>
      </a:folHlink>
    </a:clrScheme>
    <a:fontScheme name="MoS2 Spectroscop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MoS2 Raman·PL 분석 원리</dc:title>
  <dc:subject>PptxGenJS Presentation</dc:subject>
  <dc:creator>PptxGenJS</dc:creator>
  <cp:lastModifiedBy>PptxGenJS</cp:lastModifiedBy>
  <cp:revision>1</cp:revision>
  <dcterms:created xsi:type="dcterms:W3CDTF">2026-10-31T09:42:36Z</dcterms:created>
  <dcterms:modified xsi:type="dcterms:W3CDTF">2026-10-31T09:42:36Z</dcterms:modified>
</cp:coreProperties>
</file>